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D5D5E-A230-5B7F-32C4-E7AA7C051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ECB02-B822-F6E3-BB20-4924C6541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BCF8F-BA7F-37C2-24AD-CFD5BB395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786B-827C-44A8-9044-AE68329EDEA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797FB-4429-C19A-36FC-F52B15FA0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8563C-C5C6-10FA-D0BD-5635765F7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15F3A-0AAE-4045-B817-F04C4D27E0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539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0C7FC-705E-CA05-5130-51E061056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B9FFE-E7D5-F7C8-3B5C-FE38764CD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3A750-02FE-6C69-1906-34BADBF7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786B-827C-44A8-9044-AE68329EDEA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52384-80EF-BEE4-F91B-2BFB57F02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E8F6E-C987-2C43-889B-1A82C60DB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15F3A-0AAE-4045-B817-F04C4D27E0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594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06DAE-CD74-0F66-4A1E-7F2531FA1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F044D-75C7-7114-5D07-F1D617A8A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08E45-EA72-1D8D-395E-645B8EC32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786B-827C-44A8-9044-AE68329EDEA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C5664-BDCB-388B-5D0B-1D63EF20F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E7A34-6136-799D-766C-CD7B59DA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15F3A-0AAE-4045-B817-F04C4D27E0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89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85178-DB1B-3D77-2308-99407DE27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479C2-03B9-D715-98F8-FC40BBD69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C390F-2459-B883-E901-9B1DAF735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9A485-B1CB-6EB8-D0D8-D8B7C95C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786B-827C-44A8-9044-AE68329EDEA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27659-A084-6DDC-137E-B0AC0C9EA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D39C5-F5CA-A319-B8DC-F1C27B85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15F3A-0AAE-4045-B817-F04C4D27E0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54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940F7-560C-5C93-447A-E2EDCB9C5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6A1C4-96B5-264E-F3C0-1304FF6CF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DBE5A-A388-A359-7886-6CD18C8EA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FAAFCC-439C-864D-D45F-A2105D0DCD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7788FC-E182-4168-991D-E334A2E528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8EAD4-CE8A-C4EA-2FEC-83C0CD846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786B-827C-44A8-9044-AE68329EDEA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5EF983-6390-6536-B064-5455D8D80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45D20-923B-C673-319B-35D2893B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15F3A-0AAE-4045-B817-F04C4D27E0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151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EDD7F-7D66-560D-C46F-C07125C4D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D7EAC8-665B-2E97-C37A-6C20BBAB7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786B-827C-44A8-9044-AE68329EDEA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0C1E0-D797-948C-1FCA-2739E5498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DFAE1-9F62-4157-279D-CB86B219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15F3A-0AAE-4045-B817-F04C4D27E0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424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8A60AC-6D51-B1FA-3AF4-8A11A93C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786B-827C-44A8-9044-AE68329EDEA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F93608-52A8-A584-BC0E-0AD307210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A4D4A-6FEC-094B-F484-D448AC19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15F3A-0AAE-4045-B817-F04C4D27E0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817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0E897-3F52-D34B-F47D-0CAB42054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509ED-7AB8-DEB6-683E-9C7FF94CF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54A96-5356-0690-20A8-2156E16A7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5F184-9916-89A3-5B1C-700695221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786B-827C-44A8-9044-AE68329EDEA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EA949-2C8E-A6CC-8D9B-7DA78CC4C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B8F05-B504-0989-5DA7-559B121B7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15F3A-0AAE-4045-B817-F04C4D27E0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835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2CC3B-D98F-2ACC-36AB-5212F8FDE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F24922-140B-C303-8C35-388E55412F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F8E235-3EA3-FC57-4927-EF5FD003C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EF456-B8AF-5A33-19F0-97B65F656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786B-827C-44A8-9044-AE68329EDEA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63719-02E9-0088-1B50-2D2531954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7981C-CFF8-CE95-5A25-9E746B904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15F3A-0AAE-4045-B817-F04C4D27E0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050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05A06-3778-17F7-EFA1-9B8A939F3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8F051-8209-12E2-DA41-DDA2A039E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E14B1-EBDD-C121-758C-EAF46D24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786B-827C-44A8-9044-AE68329EDEA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11399-810D-142C-843A-F039E50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A41DB-C214-CFAD-DC04-E18777F6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15F3A-0AAE-4045-B817-F04C4D27E0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436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CBD7AD-37F3-1258-B19B-D3C3116BB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72EF2B-7575-3596-C6B7-9FEEE3B6E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3E6DA-518A-39F9-F2D5-0C29E800E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786B-827C-44A8-9044-AE68329EDEA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153BB-7CF3-DA8E-0270-2954CFAC6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61D7B-2B1D-EF43-94DE-1BB0A664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15F3A-0AAE-4045-B817-F04C4D27E0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059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72E260-9ACC-CB1C-8FF9-CFABB3C6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85571-D6D0-AC08-7EA1-04E9998CB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18806-726D-840F-CEF9-0A9FE54E25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C8786B-827C-44A8-9044-AE68329EDEA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E38AF-5D5A-FC58-CEB9-E64A2492B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E4892-17D9-0897-39FA-C6D77C4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B15F3A-0AAE-4045-B817-F04C4D27E0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36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470C16-C050-4348-3857-4D919303C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71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AD1206-6D7F-B240-3504-EDA665F80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016216" cy="79840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404373-292F-ED08-5AA1-40F42CF3F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832" y="0"/>
            <a:ext cx="4646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73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BD0D67-DB6E-72CB-8F52-218ED312F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0" y="0"/>
            <a:ext cx="437042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0BCE51-A606-A5F1-91E1-80D47612D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287" y="0"/>
            <a:ext cx="4543425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C43571-EB8B-9FFD-36ED-889647F69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952" y="0"/>
            <a:ext cx="42245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21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3F776D-23DC-4B90-D470-ED9EAE345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25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82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 BHASKAR</dc:creator>
  <cp:lastModifiedBy>ATHARV BHASKAR</cp:lastModifiedBy>
  <cp:revision>1</cp:revision>
  <dcterms:created xsi:type="dcterms:W3CDTF">2026-09-01T05:09:07Z</dcterms:created>
  <dcterms:modified xsi:type="dcterms:W3CDTF">2026-09-01T05:09:08Z</dcterms:modified>
</cp:coreProperties>
</file>