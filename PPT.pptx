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4" r:id="rId7"/>
    <p:sldId id="265" r:id="rId8"/>
    <p:sldId id="266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 BHASKAR" userId="7871f958db930baf" providerId="LiveId" clId="{D8812F6C-6202-4B9A-8FD0-FB986BA77299}"/>
    <pc:docChg chg="custSel addSld delSld modSld sldOrd">
      <pc:chgData name="ATHARV BHASKAR" userId="7871f958db930baf" providerId="LiveId" clId="{D8812F6C-6202-4B9A-8FD0-FB986BA77299}" dt="2026-08-11T08:20:53.919" v="65" actId="14100"/>
      <pc:docMkLst>
        <pc:docMk/>
      </pc:docMkLst>
      <pc:sldChg chg="ord">
        <pc:chgData name="ATHARV BHASKAR" userId="7871f958db930baf" providerId="LiveId" clId="{D8812F6C-6202-4B9A-8FD0-FB986BA77299}" dt="2026-08-11T08:17:45.004" v="57"/>
        <pc:sldMkLst>
          <pc:docMk/>
          <pc:sldMk cId="1504435244" sldId="261"/>
        </pc:sldMkLst>
      </pc:sldChg>
      <pc:sldChg chg="addSp delSp modSp new mod">
        <pc:chgData name="ATHARV BHASKAR" userId="7871f958db930baf" providerId="LiveId" clId="{D8812F6C-6202-4B9A-8FD0-FB986BA77299}" dt="2026-08-01T10:29:53.906" v="36" actId="14100"/>
        <pc:sldMkLst>
          <pc:docMk/>
          <pc:sldMk cId="3510492483" sldId="262"/>
        </pc:sldMkLst>
        <pc:picChg chg="add mod">
          <ac:chgData name="ATHARV BHASKAR" userId="7871f958db930baf" providerId="LiveId" clId="{D8812F6C-6202-4B9A-8FD0-FB986BA77299}" dt="2026-08-01T10:29:53.906" v="36" actId="14100"/>
          <ac:picMkLst>
            <pc:docMk/>
            <pc:sldMk cId="3510492483" sldId="262"/>
            <ac:picMk id="5" creationId="{4BA6C14F-7367-CC63-96DE-305CB263A6EA}"/>
          </ac:picMkLst>
        </pc:picChg>
      </pc:sldChg>
      <pc:sldChg chg="addSp modSp new mod">
        <pc:chgData name="ATHARV BHASKAR" userId="7871f958db930baf" providerId="LiveId" clId="{D8812F6C-6202-4B9A-8FD0-FB986BA77299}" dt="2026-08-01T10:31:36.404" v="53" actId="14100"/>
        <pc:sldMkLst>
          <pc:docMk/>
          <pc:sldMk cId="584361256" sldId="263"/>
        </pc:sldMkLst>
        <pc:picChg chg="add mod">
          <ac:chgData name="ATHARV BHASKAR" userId="7871f958db930baf" providerId="LiveId" clId="{D8812F6C-6202-4B9A-8FD0-FB986BA77299}" dt="2026-08-01T10:31:36.404" v="53" actId="14100"/>
          <ac:picMkLst>
            <pc:docMk/>
            <pc:sldMk cId="584361256" sldId="263"/>
            <ac:picMk id="3" creationId="{E2F6FCB4-7BC8-8CE0-C1EF-BC951EA8EF48}"/>
          </ac:picMkLst>
        </pc:picChg>
      </pc:sldChg>
      <pc:sldChg chg="addSp modSp new mod">
        <pc:chgData name="ATHARV BHASKAR" userId="7871f958db930baf" providerId="LiveId" clId="{D8812F6C-6202-4B9A-8FD0-FB986BA77299}" dt="2026-08-11T08:20:11.323" v="60" actId="14100"/>
        <pc:sldMkLst>
          <pc:docMk/>
          <pc:sldMk cId="1860237666" sldId="264"/>
        </pc:sldMkLst>
        <pc:picChg chg="add mod">
          <ac:chgData name="ATHARV BHASKAR" userId="7871f958db930baf" providerId="LiveId" clId="{D8812F6C-6202-4B9A-8FD0-FB986BA77299}" dt="2026-08-11T08:20:11.323" v="60" actId="14100"/>
          <ac:picMkLst>
            <pc:docMk/>
            <pc:sldMk cId="1860237666" sldId="264"/>
            <ac:picMk id="3" creationId="{76D4A41B-C7AD-1606-13C9-15CFEB527D51}"/>
          </ac:picMkLst>
        </pc:picChg>
      </pc:sldChg>
      <pc:sldChg chg="addSp modSp new mod">
        <pc:chgData name="ATHARV BHASKAR" userId="7871f958db930baf" providerId="LiveId" clId="{D8812F6C-6202-4B9A-8FD0-FB986BA77299}" dt="2026-08-11T08:20:53.919" v="65" actId="14100"/>
        <pc:sldMkLst>
          <pc:docMk/>
          <pc:sldMk cId="2099209829" sldId="265"/>
        </pc:sldMkLst>
        <pc:picChg chg="add mod">
          <ac:chgData name="ATHARV BHASKAR" userId="7871f958db930baf" providerId="LiveId" clId="{D8812F6C-6202-4B9A-8FD0-FB986BA77299}" dt="2026-08-11T08:20:53.919" v="65" actId="14100"/>
          <ac:picMkLst>
            <pc:docMk/>
            <pc:sldMk cId="2099209829" sldId="265"/>
            <ac:picMk id="3" creationId="{B072E50C-8997-D13D-453C-6C9F052FA252}"/>
          </ac:picMkLst>
        </pc:picChg>
      </pc:sldChg>
      <pc:sldChg chg="new">
        <pc:chgData name="ATHARV BHASKAR" userId="7871f958db930baf" providerId="LiveId" clId="{D8812F6C-6202-4B9A-8FD0-FB986BA77299}" dt="2026-08-11T08:20:21.059" v="61" actId="680"/>
        <pc:sldMkLst>
          <pc:docMk/>
          <pc:sldMk cId="1741406323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B241-7EEA-FA72-3577-7213B6192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8B636C-72FA-F71A-3E81-A7B1ABBC3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535AA-3CE6-8C34-4938-CF4C3F4A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0C12-26F3-D404-19B2-C65B66BF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FB2D-6538-A53D-3F54-1D80127D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2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B3F9-287F-F27F-5CF9-CF2B4260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B3B0-384B-5A30-5F32-0BD9EF7AA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783BA-CD3F-6C26-21F4-084E1A57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BEBFE-248C-ED0D-D93F-764CAC50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52F8-EB31-3577-225E-32B11824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44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815E-CBA9-71EE-50B5-C7F7A3CE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82114-01D3-3F82-0F6A-D32DB771F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21795-B536-66D7-BE41-B12F71FC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2DCB0-6728-5A6C-6AA6-2C9AE89F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F0B99-D57F-9B4F-72E2-33DDEB39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32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A51E-642D-2A75-1D12-5F7E3BBC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A0667-E3C6-2383-96BE-D2CD7241C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F8485-138E-6ADB-2821-4E914F8F4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B4AF2-2003-2EBB-7BF4-099AE8BE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30766-929D-3A1A-0834-BE30AC5A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8D3A2-CE32-B22F-14C1-091A46EC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38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27D4-7BB5-707B-D6AC-BA30349B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61630-1333-F955-235B-2027DE63C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0BBB6-F215-2C91-E41E-7656020E4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BCAAF-CDB1-0C07-B618-C47A89E72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23DC6-0CC0-C118-AC80-5190E2163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05E3C-4753-99C6-9F9C-B89388C3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0F5D0-28DB-219A-C39A-51DC841F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C3F4A-0B56-4B79-309D-89F87BD6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3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C576-DF1A-5FE5-D9AF-7470F30F4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7388A-E612-C905-0805-561B3483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3B02A-6279-6196-0EC1-D8B0E8F8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2323C-4FC6-476A-8C60-EE3205DA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4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D0FE0-AD1C-36C4-B9D2-A2CB4ECD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01AC1-C06B-A829-9EB7-BF8E5E8D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AD00E-1AA0-2799-18C4-DF95C7AF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5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3395-2231-590F-264E-340EA82B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CCBF0-9810-D8E2-160F-07A06FF73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76EB8-60A0-2796-BC6F-8AACE373C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417F9-DEE8-CD57-FE1E-E2420288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1E699-CEF7-6A47-FB84-0E67145B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DE1D1-A583-57D6-DBD8-44FC0C5A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78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DC29-1562-15A3-3F9E-7B8FA9C5E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0DE6C-E61E-0327-9192-4F59CB863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EC3CE-C8C9-A109-5ED6-DB0F80EBE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FE5B0-E50C-F981-E767-779BCFF4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E0FE2-3A5B-3D3A-44A9-340653FF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02AB-A9A8-1E76-DF88-ED887BF8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6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A7918-C797-28DD-A8D8-ED3ECE49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A728C-03E1-1B45-BD78-B3CAAE761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D242D-25AF-624E-AE74-E4A72BD5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2D65-D0D5-2B19-52FD-6A5841A7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E42A-5961-BDC5-5965-1997752C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6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AD00F-E273-933B-C970-73BF2740E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73376-8950-8FA0-2149-DB2940275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4D2FA-AFFD-14A3-3259-01126C1F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9EB32-A296-D75A-771C-A2C130B1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AE50-C6BB-3C83-6298-D8242B70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5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FD106-37CA-4F2A-DEFB-1086688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5E81C-90A5-C544-3D67-6C4EA8E04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78443-76E6-8D02-E2CE-7F2521E00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F18DB-DFFC-41C2-9EA4-6B560EA8919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E346-97D3-BA44-E02A-D03C6B8B0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A8A9F-4166-FC24-BF91-A2CFE9EB2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EA19E-F81E-4A7F-89E8-A745F4DEC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25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bstract background of node and mesh">
            <a:extLst>
              <a:ext uri="{FF2B5EF4-FFF2-40B4-BE49-F238E27FC236}">
                <a16:creationId xmlns:a16="http://schemas.microsoft.com/office/drawing/2014/main" id="{9FC6EC86-FD21-65C6-AF61-08DED2BB6A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704503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41424E-0E41-99B3-D831-CA97E148DB24}"/>
              </a:ext>
            </a:extLst>
          </p:cNvPr>
          <p:cNvSpPr/>
          <p:nvPr/>
        </p:nvSpPr>
        <p:spPr>
          <a:xfrm>
            <a:off x="0" y="0"/>
            <a:ext cx="12192000" cy="7045036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122148" y="4443502"/>
                </a:moveTo>
                <a:lnTo>
                  <a:pt x="4122170" y="4443508"/>
                </a:lnTo>
                <a:lnTo>
                  <a:pt x="4122174" y="4443523"/>
                </a:lnTo>
                <a:close/>
                <a:moveTo>
                  <a:pt x="6394475" y="4442956"/>
                </a:moveTo>
                <a:lnTo>
                  <a:pt x="6396676" y="4443652"/>
                </a:lnTo>
                <a:lnTo>
                  <a:pt x="6396676" y="4444305"/>
                </a:lnTo>
                <a:close/>
                <a:moveTo>
                  <a:pt x="6843867" y="4420976"/>
                </a:moveTo>
                <a:cubicBezTo>
                  <a:pt x="6848258" y="4432212"/>
                  <a:pt x="6855811" y="4442779"/>
                  <a:pt x="6866527" y="4452676"/>
                </a:cubicBezTo>
                <a:lnTo>
                  <a:pt x="6862731" y="4459708"/>
                </a:lnTo>
                <a:lnTo>
                  <a:pt x="6740506" y="4459708"/>
                </a:lnTo>
                <a:lnTo>
                  <a:pt x="6742292" y="4462722"/>
                </a:lnTo>
                <a:lnTo>
                  <a:pt x="6864182" y="4462722"/>
                </a:lnTo>
                <a:lnTo>
                  <a:pt x="6869987" y="4452676"/>
                </a:lnTo>
                <a:lnTo>
                  <a:pt x="6868201" y="4450890"/>
                </a:lnTo>
                <a:cubicBezTo>
                  <a:pt x="6858453" y="4441365"/>
                  <a:pt x="6851532" y="4431840"/>
                  <a:pt x="6847439" y="4422315"/>
                </a:cubicBezTo>
                <a:close/>
                <a:moveTo>
                  <a:pt x="6062817" y="4420976"/>
                </a:moveTo>
                <a:cubicBezTo>
                  <a:pt x="6067208" y="4432212"/>
                  <a:pt x="6074761" y="4442779"/>
                  <a:pt x="6085477" y="4452676"/>
                </a:cubicBezTo>
                <a:lnTo>
                  <a:pt x="6081681" y="4459708"/>
                </a:lnTo>
                <a:lnTo>
                  <a:pt x="5959456" y="4459708"/>
                </a:lnTo>
                <a:lnTo>
                  <a:pt x="5961242" y="4462722"/>
                </a:lnTo>
                <a:lnTo>
                  <a:pt x="6083132" y="4462722"/>
                </a:lnTo>
                <a:lnTo>
                  <a:pt x="6088937" y="4452676"/>
                </a:lnTo>
                <a:lnTo>
                  <a:pt x="6087151" y="4450890"/>
                </a:lnTo>
                <a:cubicBezTo>
                  <a:pt x="6077403" y="4441365"/>
                  <a:pt x="6070482" y="4431840"/>
                  <a:pt x="6066390" y="4422315"/>
                </a:cubicBezTo>
                <a:close/>
                <a:moveTo>
                  <a:pt x="6454049" y="4382802"/>
                </a:moveTo>
                <a:lnTo>
                  <a:pt x="6454049" y="4383471"/>
                </a:lnTo>
                <a:cubicBezTo>
                  <a:pt x="6462086" y="4392029"/>
                  <a:pt x="6466104" y="4402000"/>
                  <a:pt x="6466104" y="4413386"/>
                </a:cubicBezTo>
                <a:cubicBezTo>
                  <a:pt x="6466104" y="4426855"/>
                  <a:pt x="6460877" y="4438333"/>
                  <a:pt x="6450422" y="4447821"/>
                </a:cubicBezTo>
                <a:cubicBezTo>
                  <a:pt x="6439966" y="4457309"/>
                  <a:pt x="6427298" y="4462053"/>
                  <a:pt x="6412415" y="4462053"/>
                </a:cubicBezTo>
                <a:cubicBezTo>
                  <a:pt x="6404824" y="4462053"/>
                  <a:pt x="6397606" y="4461234"/>
                  <a:pt x="6390760" y="4459597"/>
                </a:cubicBezTo>
                <a:lnTo>
                  <a:pt x="6373571" y="4455467"/>
                </a:lnTo>
                <a:cubicBezTo>
                  <a:pt x="6367841" y="4454127"/>
                  <a:pt x="6362743" y="4453458"/>
                  <a:pt x="6358278" y="4453458"/>
                </a:cubicBezTo>
                <a:cubicBezTo>
                  <a:pt x="6354260" y="4453458"/>
                  <a:pt x="6350316" y="4454351"/>
                  <a:pt x="6346447" y="4456137"/>
                </a:cubicBezTo>
                <a:lnTo>
                  <a:pt x="6347786" y="4459374"/>
                </a:lnTo>
                <a:cubicBezTo>
                  <a:pt x="6351358" y="4457662"/>
                  <a:pt x="6355265" y="4456806"/>
                  <a:pt x="6359506" y="4456806"/>
                </a:cubicBezTo>
                <a:cubicBezTo>
                  <a:pt x="6364269" y="4456806"/>
                  <a:pt x="6368734" y="4457327"/>
                  <a:pt x="6372901" y="4458369"/>
                </a:cubicBezTo>
                <a:lnTo>
                  <a:pt x="6390760" y="4462722"/>
                </a:lnTo>
                <a:cubicBezTo>
                  <a:pt x="6397234" y="4464359"/>
                  <a:pt x="6404490" y="4465178"/>
                  <a:pt x="6412526" y="4465178"/>
                </a:cubicBezTo>
                <a:cubicBezTo>
                  <a:pt x="6428302" y="4465178"/>
                  <a:pt x="6441697" y="4460248"/>
                  <a:pt x="6452710" y="4450388"/>
                </a:cubicBezTo>
                <a:cubicBezTo>
                  <a:pt x="6463723" y="4440528"/>
                  <a:pt x="6469230" y="4428492"/>
                  <a:pt x="6469230" y="4414279"/>
                </a:cubicBezTo>
                <a:cubicBezTo>
                  <a:pt x="6469230" y="4400959"/>
                  <a:pt x="6464170" y="4390466"/>
                  <a:pt x="6454049" y="4382802"/>
                </a:cubicBezTo>
                <a:close/>
                <a:moveTo>
                  <a:pt x="6360623" y="4378783"/>
                </a:moveTo>
                <a:cubicBezTo>
                  <a:pt x="6361664" y="4383471"/>
                  <a:pt x="6364939" y="4387173"/>
                  <a:pt x="6370445" y="4389889"/>
                </a:cubicBezTo>
                <a:cubicBezTo>
                  <a:pt x="6375952" y="4392606"/>
                  <a:pt x="6386742" y="4395824"/>
                  <a:pt x="6402815" y="4399545"/>
                </a:cubicBezTo>
                <a:cubicBezTo>
                  <a:pt x="6413903" y="4402149"/>
                  <a:pt x="6421400" y="4404344"/>
                  <a:pt x="6425307" y="4406130"/>
                </a:cubicBezTo>
                <a:cubicBezTo>
                  <a:pt x="6429214" y="4407916"/>
                  <a:pt x="6432841" y="4410744"/>
                  <a:pt x="6436190" y="4414614"/>
                </a:cubicBezTo>
                <a:lnTo>
                  <a:pt x="6436971" y="4414167"/>
                </a:lnTo>
                <a:cubicBezTo>
                  <a:pt x="6435260" y="4409702"/>
                  <a:pt x="6432376" y="4406372"/>
                  <a:pt x="6428321" y="4404177"/>
                </a:cubicBezTo>
                <a:cubicBezTo>
                  <a:pt x="6424265" y="4401982"/>
                  <a:pt x="6416135" y="4399359"/>
                  <a:pt x="6403931" y="4396308"/>
                </a:cubicBezTo>
                <a:lnTo>
                  <a:pt x="6385960" y="4391843"/>
                </a:lnTo>
                <a:cubicBezTo>
                  <a:pt x="6374054" y="4388941"/>
                  <a:pt x="6366873" y="4385294"/>
                  <a:pt x="6364418" y="4380904"/>
                </a:cubicBezTo>
                <a:close/>
                <a:moveTo>
                  <a:pt x="8044278" y="4363156"/>
                </a:moveTo>
                <a:cubicBezTo>
                  <a:pt x="8045915" y="4370226"/>
                  <a:pt x="8049115" y="4378151"/>
                  <a:pt x="8053877" y="4386932"/>
                </a:cubicBezTo>
                <a:lnTo>
                  <a:pt x="8055217" y="4389387"/>
                </a:lnTo>
                <a:cubicBezTo>
                  <a:pt x="8050305" y="4388717"/>
                  <a:pt x="8045841" y="4388383"/>
                  <a:pt x="8041822" y="4388383"/>
                </a:cubicBezTo>
                <a:cubicBezTo>
                  <a:pt x="8038548" y="4388383"/>
                  <a:pt x="8035646" y="4388717"/>
                  <a:pt x="8033116" y="4389387"/>
                </a:cubicBezTo>
                <a:lnTo>
                  <a:pt x="8052984" y="4441961"/>
                </a:lnTo>
                <a:lnTo>
                  <a:pt x="8073076" y="4459708"/>
                </a:lnTo>
                <a:lnTo>
                  <a:pt x="8013805" y="4459708"/>
                </a:lnTo>
                <a:lnTo>
                  <a:pt x="8015926" y="4462722"/>
                </a:lnTo>
                <a:lnTo>
                  <a:pt x="8080555" y="4462722"/>
                </a:lnTo>
                <a:lnTo>
                  <a:pt x="8055663" y="4440733"/>
                </a:lnTo>
                <a:lnTo>
                  <a:pt x="8037023" y="4391285"/>
                </a:lnTo>
                <a:cubicBezTo>
                  <a:pt x="8038213" y="4391210"/>
                  <a:pt x="8038957" y="4391173"/>
                  <a:pt x="8039255" y="4391173"/>
                </a:cubicBezTo>
                <a:cubicBezTo>
                  <a:pt x="8041115" y="4391173"/>
                  <a:pt x="8044092" y="4391359"/>
                  <a:pt x="8048185" y="4391731"/>
                </a:cubicBezTo>
                <a:lnTo>
                  <a:pt x="8057226" y="4392513"/>
                </a:lnTo>
                <a:cubicBezTo>
                  <a:pt x="8057449" y="4392513"/>
                  <a:pt x="8058379" y="4392624"/>
                  <a:pt x="8060016" y="4392847"/>
                </a:cubicBezTo>
                <a:cubicBezTo>
                  <a:pt x="8053468" y="4381164"/>
                  <a:pt x="8049375" y="4371974"/>
                  <a:pt x="8047738" y="4365277"/>
                </a:cubicBezTo>
                <a:close/>
                <a:moveTo>
                  <a:pt x="6820985" y="4353892"/>
                </a:moveTo>
                <a:lnTo>
                  <a:pt x="6820985" y="4403228"/>
                </a:lnTo>
                <a:lnTo>
                  <a:pt x="6823776" y="4404679"/>
                </a:lnTo>
                <a:lnTo>
                  <a:pt x="6823776" y="4355343"/>
                </a:lnTo>
                <a:close/>
                <a:moveTo>
                  <a:pt x="6039935" y="4353892"/>
                </a:moveTo>
                <a:lnTo>
                  <a:pt x="6039935" y="4403228"/>
                </a:lnTo>
                <a:lnTo>
                  <a:pt x="6042726" y="4404679"/>
                </a:lnTo>
                <a:lnTo>
                  <a:pt x="6042726" y="4355343"/>
                </a:lnTo>
                <a:close/>
                <a:moveTo>
                  <a:pt x="7987128" y="4346190"/>
                </a:moveTo>
                <a:lnTo>
                  <a:pt x="8002420" y="4387266"/>
                </a:lnTo>
                <a:cubicBezTo>
                  <a:pt x="7998030" y="4391210"/>
                  <a:pt x="7994234" y="4395191"/>
                  <a:pt x="7991035" y="4399210"/>
                </a:cubicBezTo>
                <a:lnTo>
                  <a:pt x="7989918" y="4397536"/>
                </a:lnTo>
                <a:cubicBezTo>
                  <a:pt x="7986123" y="4391880"/>
                  <a:pt x="7982998" y="4387713"/>
                  <a:pt x="7980542" y="4385034"/>
                </a:cubicBezTo>
                <a:lnTo>
                  <a:pt x="7975966" y="4379899"/>
                </a:lnTo>
                <a:cubicBezTo>
                  <a:pt x="7975891" y="4379751"/>
                  <a:pt x="7975519" y="4379304"/>
                  <a:pt x="7974850" y="4378560"/>
                </a:cubicBezTo>
                <a:close/>
                <a:moveTo>
                  <a:pt x="5248351" y="4339773"/>
                </a:moveTo>
                <a:lnTo>
                  <a:pt x="5249472" y="4340944"/>
                </a:lnTo>
                <a:lnTo>
                  <a:pt x="5248533" y="4340218"/>
                </a:lnTo>
                <a:close/>
                <a:moveTo>
                  <a:pt x="5638378" y="4338047"/>
                </a:moveTo>
                <a:lnTo>
                  <a:pt x="5638546" y="4338153"/>
                </a:lnTo>
                <a:lnTo>
                  <a:pt x="5638394" y="4338080"/>
                </a:lnTo>
                <a:close/>
                <a:moveTo>
                  <a:pt x="4552528" y="4338046"/>
                </a:moveTo>
                <a:lnTo>
                  <a:pt x="4552696" y="4338153"/>
                </a:lnTo>
                <a:lnTo>
                  <a:pt x="4552544" y="4338079"/>
                </a:lnTo>
                <a:close/>
                <a:moveTo>
                  <a:pt x="7982105" y="4333242"/>
                </a:moveTo>
                <a:lnTo>
                  <a:pt x="7985230" y="4341837"/>
                </a:lnTo>
                <a:lnTo>
                  <a:pt x="7970943" y="4379565"/>
                </a:lnTo>
                <a:cubicBezTo>
                  <a:pt x="7977863" y="4386039"/>
                  <a:pt x="7983928" y="4393294"/>
                  <a:pt x="7989137" y="4401331"/>
                </a:cubicBezTo>
                <a:cubicBezTo>
                  <a:pt x="7988542" y="4402000"/>
                  <a:pt x="7988132" y="4402484"/>
                  <a:pt x="7987909" y="4402782"/>
                </a:cubicBezTo>
                <a:lnTo>
                  <a:pt x="7986347" y="4404679"/>
                </a:lnTo>
                <a:cubicBezTo>
                  <a:pt x="7986272" y="4404828"/>
                  <a:pt x="7985900" y="4405237"/>
                  <a:pt x="7985230" y="4405907"/>
                </a:cubicBezTo>
                <a:cubicBezTo>
                  <a:pt x="7984561" y="4405014"/>
                  <a:pt x="7984189" y="4404530"/>
                  <a:pt x="7984114" y="4404456"/>
                </a:cubicBezTo>
                <a:lnTo>
                  <a:pt x="7978980" y="4397312"/>
                </a:lnTo>
                <a:cubicBezTo>
                  <a:pt x="7974887" y="4391657"/>
                  <a:pt x="7970013" y="4385927"/>
                  <a:pt x="7964357" y="4380123"/>
                </a:cubicBezTo>
                <a:close/>
                <a:moveTo>
                  <a:pt x="5210181" y="4330674"/>
                </a:moveTo>
                <a:lnTo>
                  <a:pt x="5221678" y="4330674"/>
                </a:lnTo>
                <a:cubicBezTo>
                  <a:pt x="5229194" y="4330674"/>
                  <a:pt x="5235017" y="4331437"/>
                  <a:pt x="5239147" y="4332963"/>
                </a:cubicBezTo>
                <a:lnTo>
                  <a:pt x="5248533" y="4340218"/>
                </a:lnTo>
                <a:lnTo>
                  <a:pt x="5252932" y="4350990"/>
                </a:lnTo>
                <a:cubicBezTo>
                  <a:pt x="5252932" y="4360217"/>
                  <a:pt x="5249490" y="4366989"/>
                  <a:pt x="5242607" y="4371305"/>
                </a:cubicBezTo>
                <a:cubicBezTo>
                  <a:pt x="5235724" y="4375621"/>
                  <a:pt x="5224915" y="4377779"/>
                  <a:pt x="5210181" y="4377779"/>
                </a:cubicBezTo>
                <a:close/>
                <a:moveTo>
                  <a:pt x="5609078" y="4326433"/>
                </a:moveTo>
                <a:lnTo>
                  <a:pt x="5617053" y="4327772"/>
                </a:lnTo>
                <a:lnTo>
                  <a:pt x="5638394" y="4338080"/>
                </a:lnTo>
                <a:lnTo>
                  <a:pt x="5641671" y="4345074"/>
                </a:lnTo>
                <a:cubicBezTo>
                  <a:pt x="5641671" y="4354301"/>
                  <a:pt x="5638118" y="4361798"/>
                  <a:pt x="5631011" y="4367565"/>
                </a:cubicBezTo>
                <a:cubicBezTo>
                  <a:pt x="5623905" y="4373332"/>
                  <a:pt x="5613022" y="4377555"/>
                  <a:pt x="5598362" y="4380234"/>
                </a:cubicBezTo>
                <a:lnTo>
                  <a:pt x="5597134" y="4380457"/>
                </a:lnTo>
                <a:lnTo>
                  <a:pt x="5597134" y="4327772"/>
                </a:lnTo>
                <a:cubicBezTo>
                  <a:pt x="5600557" y="4326879"/>
                  <a:pt x="5604539" y="4326433"/>
                  <a:pt x="5609078" y="4326433"/>
                </a:cubicBezTo>
                <a:close/>
                <a:moveTo>
                  <a:pt x="4523228" y="4326433"/>
                </a:moveTo>
                <a:lnTo>
                  <a:pt x="4531203" y="4327772"/>
                </a:lnTo>
                <a:lnTo>
                  <a:pt x="4552544" y="4338079"/>
                </a:lnTo>
                <a:lnTo>
                  <a:pt x="4555821" y="4345074"/>
                </a:lnTo>
                <a:cubicBezTo>
                  <a:pt x="4555821" y="4354301"/>
                  <a:pt x="4552268" y="4361798"/>
                  <a:pt x="4545162" y="4367565"/>
                </a:cubicBezTo>
                <a:cubicBezTo>
                  <a:pt x="4538055" y="4373332"/>
                  <a:pt x="4527171" y="4377555"/>
                  <a:pt x="4512512" y="4380234"/>
                </a:cubicBezTo>
                <a:lnTo>
                  <a:pt x="4511284" y="4380457"/>
                </a:lnTo>
                <a:lnTo>
                  <a:pt x="4511284" y="4327772"/>
                </a:lnTo>
                <a:cubicBezTo>
                  <a:pt x="4514707" y="4326879"/>
                  <a:pt x="4518689" y="4326433"/>
                  <a:pt x="4523228" y="4326433"/>
                </a:cubicBezTo>
                <a:close/>
                <a:moveTo>
                  <a:pt x="8419324" y="4326210"/>
                </a:moveTo>
                <a:lnTo>
                  <a:pt x="8413297" y="4326321"/>
                </a:lnTo>
                <a:lnTo>
                  <a:pt x="8413297" y="4442630"/>
                </a:lnTo>
                <a:lnTo>
                  <a:pt x="8428254" y="4459708"/>
                </a:lnTo>
                <a:lnTo>
                  <a:pt x="8374788" y="4459708"/>
                </a:lnTo>
                <a:lnTo>
                  <a:pt x="8377355" y="4462722"/>
                </a:lnTo>
                <a:lnTo>
                  <a:pt x="8434394" y="4462722"/>
                </a:lnTo>
                <a:lnTo>
                  <a:pt x="8416646" y="4441737"/>
                </a:lnTo>
                <a:lnTo>
                  <a:pt x="8416199" y="4329558"/>
                </a:lnTo>
                <a:cubicBezTo>
                  <a:pt x="8418060" y="4329335"/>
                  <a:pt x="8419846" y="4329223"/>
                  <a:pt x="8421557" y="4329223"/>
                </a:cubicBezTo>
                <a:cubicBezTo>
                  <a:pt x="8429222" y="4329223"/>
                  <a:pt x="8435919" y="4331084"/>
                  <a:pt x="8441648" y="4334804"/>
                </a:cubicBezTo>
                <a:cubicBezTo>
                  <a:pt x="8440012" y="4331381"/>
                  <a:pt x="8437686" y="4329093"/>
                  <a:pt x="8434672" y="4327940"/>
                </a:cubicBezTo>
                <a:cubicBezTo>
                  <a:pt x="8431658" y="4326786"/>
                  <a:pt x="8426542" y="4326210"/>
                  <a:pt x="8419324" y="4326210"/>
                </a:cubicBezTo>
                <a:close/>
                <a:moveTo>
                  <a:pt x="7600175" y="4326210"/>
                </a:moveTo>
                <a:lnTo>
                  <a:pt x="7594147" y="4326321"/>
                </a:lnTo>
                <a:lnTo>
                  <a:pt x="7594147" y="4442630"/>
                </a:lnTo>
                <a:lnTo>
                  <a:pt x="7609104" y="4459708"/>
                </a:lnTo>
                <a:lnTo>
                  <a:pt x="7555638" y="4459708"/>
                </a:lnTo>
                <a:lnTo>
                  <a:pt x="7558205" y="4462722"/>
                </a:lnTo>
                <a:lnTo>
                  <a:pt x="7615244" y="4462722"/>
                </a:lnTo>
                <a:lnTo>
                  <a:pt x="7597496" y="4441737"/>
                </a:lnTo>
                <a:lnTo>
                  <a:pt x="7597049" y="4329558"/>
                </a:lnTo>
                <a:cubicBezTo>
                  <a:pt x="7598910" y="4329335"/>
                  <a:pt x="7600696" y="4329223"/>
                  <a:pt x="7602407" y="4329223"/>
                </a:cubicBezTo>
                <a:cubicBezTo>
                  <a:pt x="7610072" y="4329223"/>
                  <a:pt x="7616769" y="4331084"/>
                  <a:pt x="7622499" y="4334804"/>
                </a:cubicBezTo>
                <a:cubicBezTo>
                  <a:pt x="7620862" y="4331381"/>
                  <a:pt x="7618536" y="4329093"/>
                  <a:pt x="7615523" y="4327940"/>
                </a:cubicBezTo>
                <a:cubicBezTo>
                  <a:pt x="7612509" y="4326786"/>
                  <a:pt x="7607393" y="4326210"/>
                  <a:pt x="7600175" y="4326210"/>
                </a:cubicBezTo>
                <a:close/>
                <a:moveTo>
                  <a:pt x="2647175" y="4326210"/>
                </a:moveTo>
                <a:lnTo>
                  <a:pt x="2641147" y="4326321"/>
                </a:lnTo>
                <a:lnTo>
                  <a:pt x="2641147" y="4442630"/>
                </a:lnTo>
                <a:lnTo>
                  <a:pt x="2656105" y="4459708"/>
                </a:lnTo>
                <a:lnTo>
                  <a:pt x="2602638" y="4459708"/>
                </a:lnTo>
                <a:lnTo>
                  <a:pt x="2605205" y="4462722"/>
                </a:lnTo>
                <a:lnTo>
                  <a:pt x="2662244" y="4462722"/>
                </a:lnTo>
                <a:lnTo>
                  <a:pt x="2644496" y="4441737"/>
                </a:lnTo>
                <a:lnTo>
                  <a:pt x="2644050" y="4329558"/>
                </a:lnTo>
                <a:cubicBezTo>
                  <a:pt x="2645910" y="4329335"/>
                  <a:pt x="2647696" y="4329223"/>
                  <a:pt x="2649407" y="4329223"/>
                </a:cubicBezTo>
                <a:cubicBezTo>
                  <a:pt x="2657072" y="4329223"/>
                  <a:pt x="2663769" y="4331084"/>
                  <a:pt x="2669499" y="4334804"/>
                </a:cubicBezTo>
                <a:cubicBezTo>
                  <a:pt x="2667862" y="4331381"/>
                  <a:pt x="2665537" y="4329093"/>
                  <a:pt x="2662523" y="4327940"/>
                </a:cubicBezTo>
                <a:cubicBezTo>
                  <a:pt x="2659509" y="4326786"/>
                  <a:pt x="2654393" y="4326210"/>
                  <a:pt x="2647175" y="4326210"/>
                </a:cubicBezTo>
                <a:close/>
                <a:moveTo>
                  <a:pt x="9119077" y="4325317"/>
                </a:moveTo>
                <a:cubicBezTo>
                  <a:pt x="9097348" y="4325317"/>
                  <a:pt x="9086484" y="4345967"/>
                  <a:pt x="9086484" y="4387266"/>
                </a:cubicBezTo>
                <a:cubicBezTo>
                  <a:pt x="9086484" y="4401926"/>
                  <a:pt x="9088065" y="4413553"/>
                  <a:pt x="9091228" y="4422148"/>
                </a:cubicBezTo>
                <a:cubicBezTo>
                  <a:pt x="9094390" y="4430743"/>
                  <a:pt x="9099692" y="4437682"/>
                  <a:pt x="9107134" y="4442965"/>
                </a:cubicBezTo>
                <a:lnTo>
                  <a:pt x="9108138" y="4441849"/>
                </a:lnTo>
                <a:cubicBezTo>
                  <a:pt x="9096009" y="4432696"/>
                  <a:pt x="9089944" y="4414055"/>
                  <a:pt x="9089944" y="4385927"/>
                </a:cubicBezTo>
                <a:cubicBezTo>
                  <a:pt x="9089944" y="4347455"/>
                  <a:pt x="9099730" y="4328219"/>
                  <a:pt x="9119300" y="4328219"/>
                </a:cubicBezTo>
                <a:lnTo>
                  <a:pt x="9137335" y="4333650"/>
                </a:lnTo>
                <a:lnTo>
                  <a:pt x="9140843" y="4335251"/>
                </a:lnTo>
                <a:lnTo>
                  <a:pt x="9138946" y="4334135"/>
                </a:lnTo>
                <a:lnTo>
                  <a:pt x="9137335" y="4333650"/>
                </a:lnTo>
                <a:close/>
                <a:moveTo>
                  <a:pt x="3727927" y="4325317"/>
                </a:moveTo>
                <a:cubicBezTo>
                  <a:pt x="3706199" y="4325317"/>
                  <a:pt x="3695334" y="4345967"/>
                  <a:pt x="3695334" y="4387266"/>
                </a:cubicBezTo>
                <a:cubicBezTo>
                  <a:pt x="3695334" y="4401926"/>
                  <a:pt x="3696916" y="4413553"/>
                  <a:pt x="3700078" y="4422148"/>
                </a:cubicBezTo>
                <a:cubicBezTo>
                  <a:pt x="3703241" y="4430743"/>
                  <a:pt x="3708543" y="4437682"/>
                  <a:pt x="3715984" y="4442965"/>
                </a:cubicBezTo>
                <a:lnTo>
                  <a:pt x="3716989" y="4441849"/>
                </a:lnTo>
                <a:cubicBezTo>
                  <a:pt x="3704859" y="4432696"/>
                  <a:pt x="3698794" y="4414055"/>
                  <a:pt x="3698794" y="4385927"/>
                </a:cubicBezTo>
                <a:cubicBezTo>
                  <a:pt x="3698794" y="4347455"/>
                  <a:pt x="3708580" y="4328219"/>
                  <a:pt x="3728151" y="4328219"/>
                </a:cubicBezTo>
                <a:lnTo>
                  <a:pt x="3746186" y="4333650"/>
                </a:lnTo>
                <a:lnTo>
                  <a:pt x="3749694" y="4335251"/>
                </a:lnTo>
                <a:lnTo>
                  <a:pt x="3747796" y="4334135"/>
                </a:lnTo>
                <a:lnTo>
                  <a:pt x="3746186" y="4333650"/>
                </a:lnTo>
                <a:close/>
                <a:moveTo>
                  <a:pt x="3023078" y="4325317"/>
                </a:moveTo>
                <a:cubicBezTo>
                  <a:pt x="3001349" y="4325317"/>
                  <a:pt x="2990484" y="4345967"/>
                  <a:pt x="2990484" y="4387266"/>
                </a:cubicBezTo>
                <a:cubicBezTo>
                  <a:pt x="2990484" y="4401926"/>
                  <a:pt x="2992066" y="4413553"/>
                  <a:pt x="2995228" y="4422148"/>
                </a:cubicBezTo>
                <a:cubicBezTo>
                  <a:pt x="2998391" y="4430743"/>
                  <a:pt x="3003693" y="4437682"/>
                  <a:pt x="3011134" y="4442965"/>
                </a:cubicBezTo>
                <a:lnTo>
                  <a:pt x="3012139" y="4441849"/>
                </a:lnTo>
                <a:cubicBezTo>
                  <a:pt x="3000009" y="4432696"/>
                  <a:pt x="2993944" y="4414055"/>
                  <a:pt x="2993944" y="4385927"/>
                </a:cubicBezTo>
                <a:cubicBezTo>
                  <a:pt x="2993944" y="4347455"/>
                  <a:pt x="3003730" y="4328219"/>
                  <a:pt x="3023301" y="4328219"/>
                </a:cubicBezTo>
                <a:lnTo>
                  <a:pt x="3041337" y="4333650"/>
                </a:lnTo>
                <a:lnTo>
                  <a:pt x="3044844" y="4335251"/>
                </a:lnTo>
                <a:lnTo>
                  <a:pt x="3042946" y="4334135"/>
                </a:lnTo>
                <a:lnTo>
                  <a:pt x="3041337" y="4333650"/>
                </a:lnTo>
                <a:close/>
                <a:moveTo>
                  <a:pt x="5663437" y="4322749"/>
                </a:moveTo>
                <a:cubicBezTo>
                  <a:pt x="5669316" y="4331381"/>
                  <a:pt x="5672255" y="4339344"/>
                  <a:pt x="5672255" y="4346636"/>
                </a:cubicBezTo>
                <a:cubicBezTo>
                  <a:pt x="5672255" y="4364347"/>
                  <a:pt x="5660870" y="4377518"/>
                  <a:pt x="5638100" y="4386150"/>
                </a:cubicBezTo>
                <a:lnTo>
                  <a:pt x="5638769" y="4388048"/>
                </a:lnTo>
                <a:cubicBezTo>
                  <a:pt x="5651047" y="4419450"/>
                  <a:pt x="5667902" y="4442296"/>
                  <a:pt x="5689334" y="4456583"/>
                </a:cubicBezTo>
                <a:cubicBezTo>
                  <a:pt x="5673260" y="4460973"/>
                  <a:pt x="5658117" y="4467820"/>
                  <a:pt x="5643903" y="4477121"/>
                </a:cubicBezTo>
                <a:lnTo>
                  <a:pt x="5646136" y="4478907"/>
                </a:lnTo>
                <a:lnTo>
                  <a:pt x="5647140" y="4478238"/>
                </a:lnTo>
                <a:cubicBezTo>
                  <a:pt x="5662098" y="4468936"/>
                  <a:pt x="5678097" y="4462015"/>
                  <a:pt x="5695138" y="4457476"/>
                </a:cubicBezTo>
                <a:cubicBezTo>
                  <a:pt x="5683752" y="4450183"/>
                  <a:pt x="5674339" y="4441961"/>
                  <a:pt x="5666897" y="4432808"/>
                </a:cubicBezTo>
                <a:cubicBezTo>
                  <a:pt x="5654991" y="4418148"/>
                  <a:pt x="5646694" y="4403154"/>
                  <a:pt x="5642006" y="4387824"/>
                </a:cubicBezTo>
                <a:cubicBezTo>
                  <a:pt x="5663809" y="4378969"/>
                  <a:pt x="5674711" y="4365984"/>
                  <a:pt x="5674711" y="4348869"/>
                </a:cubicBezTo>
                <a:cubicBezTo>
                  <a:pt x="5674711" y="4338302"/>
                  <a:pt x="5670953" y="4329595"/>
                  <a:pt x="5663437" y="4322749"/>
                </a:cubicBezTo>
                <a:close/>
                <a:moveTo>
                  <a:pt x="4577587" y="4322749"/>
                </a:moveTo>
                <a:cubicBezTo>
                  <a:pt x="4583466" y="4331381"/>
                  <a:pt x="4586405" y="4339344"/>
                  <a:pt x="4586405" y="4346636"/>
                </a:cubicBezTo>
                <a:cubicBezTo>
                  <a:pt x="4586405" y="4364347"/>
                  <a:pt x="4575020" y="4377518"/>
                  <a:pt x="4552249" y="4386150"/>
                </a:cubicBezTo>
                <a:lnTo>
                  <a:pt x="4552919" y="4388048"/>
                </a:lnTo>
                <a:cubicBezTo>
                  <a:pt x="4565197" y="4419450"/>
                  <a:pt x="4582052" y="4442296"/>
                  <a:pt x="4603483" y="4456583"/>
                </a:cubicBezTo>
                <a:cubicBezTo>
                  <a:pt x="4587410" y="4460973"/>
                  <a:pt x="4572267" y="4467820"/>
                  <a:pt x="4558054" y="4477121"/>
                </a:cubicBezTo>
                <a:lnTo>
                  <a:pt x="4560287" y="4478907"/>
                </a:lnTo>
                <a:lnTo>
                  <a:pt x="4561290" y="4478238"/>
                </a:lnTo>
                <a:cubicBezTo>
                  <a:pt x="4576248" y="4468936"/>
                  <a:pt x="4592247" y="4462015"/>
                  <a:pt x="4609288" y="4457476"/>
                </a:cubicBezTo>
                <a:cubicBezTo>
                  <a:pt x="4597902" y="4450183"/>
                  <a:pt x="4588489" y="4441961"/>
                  <a:pt x="4581048" y="4432808"/>
                </a:cubicBezTo>
                <a:cubicBezTo>
                  <a:pt x="4569141" y="4418148"/>
                  <a:pt x="4560844" y="4403154"/>
                  <a:pt x="4556156" y="4387824"/>
                </a:cubicBezTo>
                <a:cubicBezTo>
                  <a:pt x="4577959" y="4378969"/>
                  <a:pt x="4588861" y="4365984"/>
                  <a:pt x="4588861" y="4348869"/>
                </a:cubicBezTo>
                <a:cubicBezTo>
                  <a:pt x="4588861" y="4338302"/>
                  <a:pt x="4585103" y="4329595"/>
                  <a:pt x="4577587" y="4322749"/>
                </a:cubicBezTo>
                <a:close/>
                <a:moveTo>
                  <a:pt x="6401811" y="4322526"/>
                </a:moveTo>
                <a:cubicBezTo>
                  <a:pt x="6395113" y="4322526"/>
                  <a:pt x="6389681" y="4324349"/>
                  <a:pt x="6385514" y="4327996"/>
                </a:cubicBezTo>
                <a:cubicBezTo>
                  <a:pt x="6381347" y="4331642"/>
                  <a:pt x="6379263" y="4336367"/>
                  <a:pt x="6379263" y="4342171"/>
                </a:cubicBezTo>
                <a:cubicBezTo>
                  <a:pt x="6379263" y="4350506"/>
                  <a:pt x="6384175" y="4356868"/>
                  <a:pt x="6393997" y="4361259"/>
                </a:cubicBezTo>
                <a:lnTo>
                  <a:pt x="6394555" y="4360366"/>
                </a:lnTo>
                <a:lnTo>
                  <a:pt x="6393662" y="4359808"/>
                </a:lnTo>
                <a:cubicBezTo>
                  <a:pt x="6386147" y="4354003"/>
                  <a:pt x="6382389" y="4348348"/>
                  <a:pt x="6382389" y="4342841"/>
                </a:cubicBezTo>
                <a:cubicBezTo>
                  <a:pt x="6382389" y="4337781"/>
                  <a:pt x="6384249" y="4333614"/>
                  <a:pt x="6387970" y="4330340"/>
                </a:cubicBezTo>
                <a:cubicBezTo>
                  <a:pt x="6391690" y="4327065"/>
                  <a:pt x="6396378" y="4325428"/>
                  <a:pt x="6402034" y="4325428"/>
                </a:cubicBezTo>
                <a:cubicBezTo>
                  <a:pt x="6411410" y="4325428"/>
                  <a:pt x="6420191" y="4329782"/>
                  <a:pt x="6428377" y="4338488"/>
                </a:cubicBezTo>
                <a:lnTo>
                  <a:pt x="6429158" y="4338041"/>
                </a:lnTo>
                <a:cubicBezTo>
                  <a:pt x="6426925" y="4333130"/>
                  <a:pt x="6423409" y="4329316"/>
                  <a:pt x="6418610" y="4326600"/>
                </a:cubicBezTo>
                <a:cubicBezTo>
                  <a:pt x="6413810" y="4323884"/>
                  <a:pt x="6408210" y="4322526"/>
                  <a:pt x="6401811" y="4322526"/>
                </a:cubicBezTo>
                <a:close/>
                <a:moveTo>
                  <a:pt x="5271907" y="4322303"/>
                </a:moveTo>
                <a:cubicBezTo>
                  <a:pt x="5276670" y="4327810"/>
                  <a:pt x="5279944" y="4332702"/>
                  <a:pt x="5281730" y="4336981"/>
                </a:cubicBezTo>
                <a:cubicBezTo>
                  <a:pt x="5283517" y="4341260"/>
                  <a:pt x="5284409" y="4346301"/>
                  <a:pt x="5284409" y="4352106"/>
                </a:cubicBezTo>
                <a:cubicBezTo>
                  <a:pt x="5284409" y="4366096"/>
                  <a:pt x="5279758" y="4376476"/>
                  <a:pt x="5270456" y="4383248"/>
                </a:cubicBezTo>
                <a:cubicBezTo>
                  <a:pt x="5261155" y="4390020"/>
                  <a:pt x="5246904" y="4393406"/>
                  <a:pt x="5227705" y="4393406"/>
                </a:cubicBezTo>
                <a:cubicBezTo>
                  <a:pt x="5220413" y="4393406"/>
                  <a:pt x="5213530" y="4393220"/>
                  <a:pt x="5207056" y="4392847"/>
                </a:cubicBezTo>
                <a:lnTo>
                  <a:pt x="5207056" y="4443189"/>
                </a:lnTo>
                <a:lnTo>
                  <a:pt x="5221343" y="4459708"/>
                </a:lnTo>
                <a:lnTo>
                  <a:pt x="5168770" y="4459708"/>
                </a:lnTo>
                <a:lnTo>
                  <a:pt x="5171784" y="4462722"/>
                </a:lnTo>
                <a:lnTo>
                  <a:pt x="5227705" y="4462722"/>
                </a:lnTo>
                <a:lnTo>
                  <a:pt x="5210181" y="4441961"/>
                </a:lnTo>
                <a:lnTo>
                  <a:pt x="5210181" y="4395861"/>
                </a:lnTo>
                <a:cubicBezTo>
                  <a:pt x="5212785" y="4396010"/>
                  <a:pt x="5215985" y="4396084"/>
                  <a:pt x="5219780" y="4396084"/>
                </a:cubicBezTo>
                <a:cubicBezTo>
                  <a:pt x="5242626" y="4396084"/>
                  <a:pt x="5258774" y="4393406"/>
                  <a:pt x="5268224" y="4388048"/>
                </a:cubicBezTo>
                <a:cubicBezTo>
                  <a:pt x="5280726" y="4380978"/>
                  <a:pt x="5286977" y="4369370"/>
                  <a:pt x="5286977" y="4353222"/>
                </a:cubicBezTo>
                <a:cubicBezTo>
                  <a:pt x="5286977" y="4346078"/>
                  <a:pt x="5285600" y="4339697"/>
                  <a:pt x="5282846" y="4334079"/>
                </a:cubicBezTo>
                <a:cubicBezTo>
                  <a:pt x="5280093" y="4328461"/>
                  <a:pt x="5276447" y="4324535"/>
                  <a:pt x="5271907" y="4322303"/>
                </a:cubicBezTo>
                <a:close/>
                <a:moveTo>
                  <a:pt x="5214088" y="4321410"/>
                </a:moveTo>
                <a:cubicBezTo>
                  <a:pt x="5227705" y="4321410"/>
                  <a:pt x="5237584" y="4323754"/>
                  <a:pt x="5243723" y="4328442"/>
                </a:cubicBezTo>
                <a:lnTo>
                  <a:pt x="5248351" y="4339773"/>
                </a:lnTo>
                <a:lnTo>
                  <a:pt x="5239482" y="4330507"/>
                </a:lnTo>
                <a:cubicBezTo>
                  <a:pt x="5235575" y="4328833"/>
                  <a:pt x="5228859" y="4327996"/>
                  <a:pt x="5219334" y="4327996"/>
                </a:cubicBezTo>
                <a:lnTo>
                  <a:pt x="5207056" y="4327996"/>
                </a:lnTo>
                <a:lnTo>
                  <a:pt x="5207056" y="4377779"/>
                </a:lnTo>
                <a:cubicBezTo>
                  <a:pt x="5206386" y="4377853"/>
                  <a:pt x="5205902" y="4377890"/>
                  <a:pt x="5205605" y="4377890"/>
                </a:cubicBezTo>
                <a:lnTo>
                  <a:pt x="5202703" y="4377779"/>
                </a:lnTo>
                <a:lnTo>
                  <a:pt x="5201251" y="4377779"/>
                </a:lnTo>
                <a:lnTo>
                  <a:pt x="5201251" y="4321856"/>
                </a:lnTo>
                <a:cubicBezTo>
                  <a:pt x="5206311" y="4321559"/>
                  <a:pt x="5210590" y="4321410"/>
                  <a:pt x="5214088" y="4321410"/>
                </a:cubicBezTo>
                <a:close/>
                <a:moveTo>
                  <a:pt x="9585654" y="4318619"/>
                </a:moveTo>
                <a:cubicBezTo>
                  <a:pt x="9577914" y="4319959"/>
                  <a:pt x="9572686" y="4322694"/>
                  <a:pt x="9569970" y="4326824"/>
                </a:cubicBezTo>
                <a:cubicBezTo>
                  <a:pt x="9567254" y="4330954"/>
                  <a:pt x="9565896" y="4338265"/>
                  <a:pt x="9565896" y="4348757"/>
                </a:cubicBezTo>
                <a:lnTo>
                  <a:pt x="9565896" y="4459708"/>
                </a:lnTo>
                <a:lnTo>
                  <a:pt x="9543460" y="4459708"/>
                </a:lnTo>
                <a:lnTo>
                  <a:pt x="9544912" y="4462722"/>
                </a:lnTo>
                <a:lnTo>
                  <a:pt x="9568910" y="4462722"/>
                </a:lnTo>
                <a:lnTo>
                  <a:pt x="9568910" y="4347641"/>
                </a:lnTo>
                <a:cubicBezTo>
                  <a:pt x="9568910" y="4339083"/>
                  <a:pt x="9569934" y="4333000"/>
                  <a:pt x="9571980" y="4329391"/>
                </a:cubicBezTo>
                <a:cubicBezTo>
                  <a:pt x="9574026" y="4325782"/>
                  <a:pt x="9577914" y="4323308"/>
                  <a:pt x="9583644" y="4321968"/>
                </a:cubicBezTo>
                <a:close/>
                <a:moveTo>
                  <a:pt x="7261554" y="4318619"/>
                </a:moveTo>
                <a:cubicBezTo>
                  <a:pt x="7253814" y="4319959"/>
                  <a:pt x="7248587" y="4322694"/>
                  <a:pt x="7245871" y="4326824"/>
                </a:cubicBezTo>
                <a:cubicBezTo>
                  <a:pt x="7243155" y="4330954"/>
                  <a:pt x="7241797" y="4338265"/>
                  <a:pt x="7241797" y="4348757"/>
                </a:cubicBezTo>
                <a:lnTo>
                  <a:pt x="7241797" y="4459708"/>
                </a:lnTo>
                <a:lnTo>
                  <a:pt x="7219361" y="4459708"/>
                </a:lnTo>
                <a:lnTo>
                  <a:pt x="7220812" y="4462722"/>
                </a:lnTo>
                <a:lnTo>
                  <a:pt x="7244810" y="4462722"/>
                </a:lnTo>
                <a:lnTo>
                  <a:pt x="7244810" y="4347641"/>
                </a:lnTo>
                <a:cubicBezTo>
                  <a:pt x="7244810" y="4339083"/>
                  <a:pt x="7245834" y="4333000"/>
                  <a:pt x="7247880" y="4329391"/>
                </a:cubicBezTo>
                <a:cubicBezTo>
                  <a:pt x="7249926" y="4325782"/>
                  <a:pt x="7253814" y="4323308"/>
                  <a:pt x="7259544" y="4321968"/>
                </a:cubicBezTo>
                <a:close/>
                <a:moveTo>
                  <a:pt x="9116956" y="4318508"/>
                </a:moveTo>
                <a:cubicBezTo>
                  <a:pt x="9128268" y="4318508"/>
                  <a:pt x="9136974" y="4323345"/>
                  <a:pt x="9143076" y="4333019"/>
                </a:cubicBezTo>
                <a:cubicBezTo>
                  <a:pt x="9148880" y="4342320"/>
                  <a:pt x="9151782" y="4358766"/>
                  <a:pt x="9151782" y="4382355"/>
                </a:cubicBezTo>
                <a:cubicBezTo>
                  <a:pt x="9151782" y="4403191"/>
                  <a:pt x="9148768" y="4419023"/>
                  <a:pt x="9142741" y="4429850"/>
                </a:cubicBezTo>
                <a:cubicBezTo>
                  <a:pt x="9136714" y="4440677"/>
                  <a:pt x="9127932" y="4446091"/>
                  <a:pt x="9116398" y="4446091"/>
                </a:cubicBezTo>
                <a:cubicBezTo>
                  <a:pt x="9091618" y="4446091"/>
                  <a:pt x="9079228" y="4425664"/>
                  <a:pt x="9079228" y="4384811"/>
                </a:cubicBezTo>
                <a:cubicBezTo>
                  <a:pt x="9079228" y="4340609"/>
                  <a:pt x="9091804" y="4318508"/>
                  <a:pt x="9116956" y="4318508"/>
                </a:cubicBezTo>
                <a:close/>
                <a:moveTo>
                  <a:pt x="3725807" y="4318508"/>
                </a:moveTo>
                <a:cubicBezTo>
                  <a:pt x="3737118" y="4318508"/>
                  <a:pt x="3745824" y="4323345"/>
                  <a:pt x="3751926" y="4333019"/>
                </a:cubicBezTo>
                <a:cubicBezTo>
                  <a:pt x="3757730" y="4342320"/>
                  <a:pt x="3760633" y="4358766"/>
                  <a:pt x="3760633" y="4382355"/>
                </a:cubicBezTo>
                <a:cubicBezTo>
                  <a:pt x="3760633" y="4403191"/>
                  <a:pt x="3757619" y="4419023"/>
                  <a:pt x="3751591" y="4429850"/>
                </a:cubicBezTo>
                <a:cubicBezTo>
                  <a:pt x="3745564" y="4440677"/>
                  <a:pt x="3736783" y="4446091"/>
                  <a:pt x="3725249" y="4446091"/>
                </a:cubicBezTo>
                <a:cubicBezTo>
                  <a:pt x="3700469" y="4446091"/>
                  <a:pt x="3688079" y="4425664"/>
                  <a:pt x="3688079" y="4384811"/>
                </a:cubicBezTo>
                <a:cubicBezTo>
                  <a:pt x="3688079" y="4340609"/>
                  <a:pt x="3700655" y="4318508"/>
                  <a:pt x="3725807" y="4318508"/>
                </a:cubicBezTo>
                <a:close/>
                <a:moveTo>
                  <a:pt x="3020957" y="4318508"/>
                </a:moveTo>
                <a:cubicBezTo>
                  <a:pt x="3032268" y="4318508"/>
                  <a:pt x="3040974" y="4323345"/>
                  <a:pt x="3047076" y="4333019"/>
                </a:cubicBezTo>
                <a:cubicBezTo>
                  <a:pt x="3052880" y="4342320"/>
                  <a:pt x="3055782" y="4358766"/>
                  <a:pt x="3055782" y="4382355"/>
                </a:cubicBezTo>
                <a:cubicBezTo>
                  <a:pt x="3055782" y="4403191"/>
                  <a:pt x="3052769" y="4419023"/>
                  <a:pt x="3046741" y="4429850"/>
                </a:cubicBezTo>
                <a:cubicBezTo>
                  <a:pt x="3040714" y="4440677"/>
                  <a:pt x="3031933" y="4446091"/>
                  <a:pt x="3020399" y="4446091"/>
                </a:cubicBezTo>
                <a:cubicBezTo>
                  <a:pt x="2995619" y="4446091"/>
                  <a:pt x="2983229" y="4425664"/>
                  <a:pt x="2983229" y="4384811"/>
                </a:cubicBezTo>
                <a:cubicBezTo>
                  <a:pt x="2983229" y="4340609"/>
                  <a:pt x="2995805" y="4318508"/>
                  <a:pt x="3020957" y="4318508"/>
                </a:cubicBezTo>
                <a:close/>
                <a:moveTo>
                  <a:pt x="5607850" y="4316499"/>
                </a:moveTo>
                <a:cubicBezTo>
                  <a:pt x="5617598" y="4316499"/>
                  <a:pt x="5625672" y="4319196"/>
                  <a:pt x="5632072" y="4324591"/>
                </a:cubicBezTo>
                <a:lnTo>
                  <a:pt x="5638378" y="4338047"/>
                </a:lnTo>
                <a:lnTo>
                  <a:pt x="5624035" y="4328944"/>
                </a:lnTo>
                <a:lnTo>
                  <a:pt x="5617053" y="4327772"/>
                </a:lnTo>
                <a:lnTo>
                  <a:pt x="5608966" y="4323866"/>
                </a:lnTo>
                <a:cubicBezTo>
                  <a:pt x="5603236" y="4323866"/>
                  <a:pt x="5598325" y="4324424"/>
                  <a:pt x="5594232" y="4325540"/>
                </a:cubicBezTo>
                <a:lnTo>
                  <a:pt x="5594232" y="4380457"/>
                </a:lnTo>
                <a:cubicBezTo>
                  <a:pt x="5592297" y="4380830"/>
                  <a:pt x="5590251" y="4381016"/>
                  <a:pt x="5588093" y="4381016"/>
                </a:cubicBezTo>
                <a:lnTo>
                  <a:pt x="5588093" y="4320852"/>
                </a:lnTo>
                <a:cubicBezTo>
                  <a:pt x="5593451" y="4317950"/>
                  <a:pt x="5600036" y="4316499"/>
                  <a:pt x="5607850" y="4316499"/>
                </a:cubicBezTo>
                <a:close/>
                <a:moveTo>
                  <a:pt x="4522001" y="4316499"/>
                </a:moveTo>
                <a:cubicBezTo>
                  <a:pt x="4531748" y="4316499"/>
                  <a:pt x="4539822" y="4319196"/>
                  <a:pt x="4546223" y="4324591"/>
                </a:cubicBezTo>
                <a:lnTo>
                  <a:pt x="4552528" y="4338046"/>
                </a:lnTo>
                <a:lnTo>
                  <a:pt x="4538185" y="4328944"/>
                </a:lnTo>
                <a:lnTo>
                  <a:pt x="4531203" y="4327772"/>
                </a:lnTo>
                <a:lnTo>
                  <a:pt x="4523116" y="4323866"/>
                </a:lnTo>
                <a:cubicBezTo>
                  <a:pt x="4517387" y="4323866"/>
                  <a:pt x="4512475" y="4324424"/>
                  <a:pt x="4508383" y="4325540"/>
                </a:cubicBezTo>
                <a:lnTo>
                  <a:pt x="4508383" y="4380457"/>
                </a:lnTo>
                <a:cubicBezTo>
                  <a:pt x="4506447" y="4380830"/>
                  <a:pt x="4504401" y="4381016"/>
                  <a:pt x="4502243" y="4381016"/>
                </a:cubicBezTo>
                <a:lnTo>
                  <a:pt x="4502243" y="4320852"/>
                </a:lnTo>
                <a:cubicBezTo>
                  <a:pt x="4507601" y="4317950"/>
                  <a:pt x="4514187" y="4316499"/>
                  <a:pt x="4522001" y="4316499"/>
                </a:cubicBezTo>
                <a:close/>
                <a:moveTo>
                  <a:pt x="6855030" y="4315829"/>
                </a:moveTo>
                <a:cubicBezTo>
                  <a:pt x="6847142" y="4325428"/>
                  <a:pt x="6840705" y="4335995"/>
                  <a:pt x="6835719" y="4347529"/>
                </a:cubicBezTo>
                <a:lnTo>
                  <a:pt x="6837617" y="4349873"/>
                </a:lnTo>
                <a:cubicBezTo>
                  <a:pt x="6840668" y="4341613"/>
                  <a:pt x="6846732" y="4331381"/>
                  <a:pt x="6855811" y="4319178"/>
                </a:cubicBezTo>
                <a:lnTo>
                  <a:pt x="6856592" y="4318173"/>
                </a:lnTo>
                <a:close/>
                <a:moveTo>
                  <a:pt x="6073980" y="4315829"/>
                </a:moveTo>
                <a:cubicBezTo>
                  <a:pt x="6066092" y="4325428"/>
                  <a:pt x="6059655" y="4335995"/>
                  <a:pt x="6054669" y="4347529"/>
                </a:cubicBezTo>
                <a:lnTo>
                  <a:pt x="6056567" y="4349873"/>
                </a:lnTo>
                <a:cubicBezTo>
                  <a:pt x="6059618" y="4341613"/>
                  <a:pt x="6065682" y="4331381"/>
                  <a:pt x="6074761" y="4319178"/>
                </a:cubicBezTo>
                <a:lnTo>
                  <a:pt x="6075542" y="4318173"/>
                </a:lnTo>
                <a:close/>
                <a:moveTo>
                  <a:pt x="4193499" y="4315606"/>
                </a:moveTo>
                <a:lnTo>
                  <a:pt x="4176868" y="4329223"/>
                </a:lnTo>
                <a:lnTo>
                  <a:pt x="4176868" y="4400661"/>
                </a:lnTo>
                <a:cubicBezTo>
                  <a:pt x="4176868" y="4421795"/>
                  <a:pt x="4175082" y="4435859"/>
                  <a:pt x="4171510" y="4442854"/>
                </a:cubicBezTo>
                <a:cubicBezTo>
                  <a:pt x="4164813" y="4455802"/>
                  <a:pt x="4151195" y="4462276"/>
                  <a:pt x="4130657" y="4462276"/>
                </a:cubicBezTo>
                <a:lnTo>
                  <a:pt x="4105743" y="4456599"/>
                </a:lnTo>
                <a:lnTo>
                  <a:pt x="4090584" y="4451560"/>
                </a:lnTo>
                <a:lnTo>
                  <a:pt x="4091478" y="4452007"/>
                </a:lnTo>
                <a:lnTo>
                  <a:pt x="4095384" y="4454239"/>
                </a:lnTo>
                <a:lnTo>
                  <a:pt x="4105743" y="4456599"/>
                </a:lnTo>
                <a:lnTo>
                  <a:pt x="4131884" y="4465290"/>
                </a:lnTo>
                <a:cubicBezTo>
                  <a:pt x="4153092" y="4465290"/>
                  <a:pt x="4167343" y="4458295"/>
                  <a:pt x="4174635" y="4444305"/>
                </a:cubicBezTo>
                <a:cubicBezTo>
                  <a:pt x="4178207" y="4437384"/>
                  <a:pt x="4179993" y="4422576"/>
                  <a:pt x="4179993" y="4399880"/>
                </a:cubicBezTo>
                <a:lnTo>
                  <a:pt x="4179993" y="4330563"/>
                </a:lnTo>
                <a:lnTo>
                  <a:pt x="4195173" y="4317950"/>
                </a:lnTo>
                <a:close/>
                <a:moveTo>
                  <a:pt x="8469219" y="4315159"/>
                </a:moveTo>
                <a:lnTo>
                  <a:pt x="8468661" y="4315829"/>
                </a:lnTo>
                <a:cubicBezTo>
                  <a:pt x="8463526" y="4321856"/>
                  <a:pt x="8458206" y="4332572"/>
                  <a:pt x="8452699" y="4347976"/>
                </a:cubicBezTo>
                <a:lnTo>
                  <a:pt x="8452364" y="4348980"/>
                </a:lnTo>
                <a:lnTo>
                  <a:pt x="8454820" y="4351101"/>
                </a:lnTo>
                <a:lnTo>
                  <a:pt x="8455266" y="4349985"/>
                </a:lnTo>
                <a:cubicBezTo>
                  <a:pt x="8460922" y="4334804"/>
                  <a:pt x="8466317" y="4323940"/>
                  <a:pt x="8471452" y="4317392"/>
                </a:cubicBezTo>
                <a:close/>
                <a:moveTo>
                  <a:pt x="7650069" y="4315159"/>
                </a:moveTo>
                <a:lnTo>
                  <a:pt x="7649511" y="4315829"/>
                </a:lnTo>
                <a:cubicBezTo>
                  <a:pt x="7644377" y="4321856"/>
                  <a:pt x="7639056" y="4332572"/>
                  <a:pt x="7633549" y="4347976"/>
                </a:cubicBezTo>
                <a:lnTo>
                  <a:pt x="7633215" y="4348980"/>
                </a:lnTo>
                <a:lnTo>
                  <a:pt x="7635670" y="4351101"/>
                </a:lnTo>
                <a:lnTo>
                  <a:pt x="7636117" y="4349985"/>
                </a:lnTo>
                <a:cubicBezTo>
                  <a:pt x="7641772" y="4334804"/>
                  <a:pt x="7647167" y="4323940"/>
                  <a:pt x="7652302" y="4317392"/>
                </a:cubicBezTo>
                <a:close/>
                <a:moveTo>
                  <a:pt x="2697069" y="4315159"/>
                </a:moveTo>
                <a:lnTo>
                  <a:pt x="2696511" y="4315829"/>
                </a:lnTo>
                <a:cubicBezTo>
                  <a:pt x="2691377" y="4321856"/>
                  <a:pt x="2686056" y="4332572"/>
                  <a:pt x="2680550" y="4347976"/>
                </a:cubicBezTo>
                <a:lnTo>
                  <a:pt x="2680215" y="4348980"/>
                </a:lnTo>
                <a:lnTo>
                  <a:pt x="2682670" y="4351101"/>
                </a:lnTo>
                <a:lnTo>
                  <a:pt x="2683117" y="4349985"/>
                </a:lnTo>
                <a:cubicBezTo>
                  <a:pt x="2688772" y="4334804"/>
                  <a:pt x="2694167" y="4323940"/>
                  <a:pt x="2699302" y="4317392"/>
                </a:cubicBezTo>
                <a:close/>
                <a:moveTo>
                  <a:pt x="6458068" y="4314824"/>
                </a:moveTo>
                <a:lnTo>
                  <a:pt x="6457510" y="4315717"/>
                </a:lnTo>
                <a:lnTo>
                  <a:pt x="6449919" y="4330451"/>
                </a:lnTo>
                <a:cubicBezTo>
                  <a:pt x="6445827" y="4338339"/>
                  <a:pt x="6442701" y="4344739"/>
                  <a:pt x="6440543" y="4349650"/>
                </a:cubicBezTo>
                <a:lnTo>
                  <a:pt x="6440097" y="4350655"/>
                </a:lnTo>
                <a:lnTo>
                  <a:pt x="6442776" y="4351771"/>
                </a:lnTo>
                <a:lnTo>
                  <a:pt x="6443334" y="4350990"/>
                </a:lnTo>
                <a:cubicBezTo>
                  <a:pt x="6444003" y="4349724"/>
                  <a:pt x="6446943" y="4343623"/>
                  <a:pt x="6452152" y="4332684"/>
                </a:cubicBezTo>
                <a:cubicBezTo>
                  <a:pt x="6454310" y="4327996"/>
                  <a:pt x="6456914" y="4323084"/>
                  <a:pt x="6459965" y="4317950"/>
                </a:cubicBezTo>
                <a:lnTo>
                  <a:pt x="6460970" y="4316275"/>
                </a:lnTo>
                <a:close/>
                <a:moveTo>
                  <a:pt x="9152564" y="4314601"/>
                </a:moveTo>
                <a:lnTo>
                  <a:pt x="9152564" y="4315829"/>
                </a:lnTo>
                <a:cubicBezTo>
                  <a:pt x="9162610" y="4321856"/>
                  <a:pt x="9170367" y="4330972"/>
                  <a:pt x="9175836" y="4343176"/>
                </a:cubicBezTo>
                <a:cubicBezTo>
                  <a:pt x="9181306" y="4355380"/>
                  <a:pt x="9184040" y="4369630"/>
                  <a:pt x="9184040" y="4385927"/>
                </a:cubicBezTo>
                <a:cubicBezTo>
                  <a:pt x="9184040" y="4407805"/>
                  <a:pt x="9178050" y="4425776"/>
                  <a:pt x="9166070" y="4439840"/>
                </a:cubicBezTo>
                <a:cubicBezTo>
                  <a:pt x="9154089" y="4453904"/>
                  <a:pt x="9138760" y="4460936"/>
                  <a:pt x="9120082" y="4460936"/>
                </a:cubicBezTo>
                <a:cubicBezTo>
                  <a:pt x="9106166" y="4460936"/>
                  <a:pt x="9094595" y="4457550"/>
                  <a:pt x="9085368" y="4450779"/>
                </a:cubicBezTo>
                <a:lnTo>
                  <a:pt x="9085368" y="4451337"/>
                </a:lnTo>
                <a:cubicBezTo>
                  <a:pt x="9096381" y="4459895"/>
                  <a:pt x="9108212" y="4464173"/>
                  <a:pt x="9120863" y="4464173"/>
                </a:cubicBezTo>
                <a:cubicBezTo>
                  <a:pt x="9140657" y="4464173"/>
                  <a:pt x="9156638" y="4456806"/>
                  <a:pt x="9168804" y="4442072"/>
                </a:cubicBezTo>
                <a:cubicBezTo>
                  <a:pt x="9180971" y="4427338"/>
                  <a:pt x="9187054" y="4407991"/>
                  <a:pt x="9187054" y="4384029"/>
                </a:cubicBezTo>
                <a:cubicBezTo>
                  <a:pt x="9187054" y="4367733"/>
                  <a:pt x="9183966" y="4353371"/>
                  <a:pt x="9177790" y="4340944"/>
                </a:cubicBezTo>
                <a:cubicBezTo>
                  <a:pt x="9171614" y="4328516"/>
                  <a:pt x="9163204" y="4319736"/>
                  <a:pt x="9152564" y="4314601"/>
                </a:cubicBezTo>
                <a:close/>
                <a:moveTo>
                  <a:pt x="3761414" y="4314601"/>
                </a:moveTo>
                <a:lnTo>
                  <a:pt x="3761414" y="4315829"/>
                </a:lnTo>
                <a:cubicBezTo>
                  <a:pt x="3771460" y="4321856"/>
                  <a:pt x="3779218" y="4330972"/>
                  <a:pt x="3784687" y="4343176"/>
                </a:cubicBezTo>
                <a:cubicBezTo>
                  <a:pt x="3790157" y="4355380"/>
                  <a:pt x="3792891" y="4369630"/>
                  <a:pt x="3792891" y="4385927"/>
                </a:cubicBezTo>
                <a:cubicBezTo>
                  <a:pt x="3792891" y="4407805"/>
                  <a:pt x="3786901" y="4425776"/>
                  <a:pt x="3774920" y="4439840"/>
                </a:cubicBezTo>
                <a:cubicBezTo>
                  <a:pt x="3762939" y="4453904"/>
                  <a:pt x="3747610" y="4460936"/>
                  <a:pt x="3728932" y="4460936"/>
                </a:cubicBezTo>
                <a:cubicBezTo>
                  <a:pt x="3715017" y="4460936"/>
                  <a:pt x="3703445" y="4457550"/>
                  <a:pt x="3694218" y="4450779"/>
                </a:cubicBezTo>
                <a:lnTo>
                  <a:pt x="3694218" y="4451337"/>
                </a:lnTo>
                <a:cubicBezTo>
                  <a:pt x="3705231" y="4459895"/>
                  <a:pt x="3717063" y="4464173"/>
                  <a:pt x="3729714" y="4464173"/>
                </a:cubicBezTo>
                <a:cubicBezTo>
                  <a:pt x="3749508" y="4464173"/>
                  <a:pt x="3765488" y="4456806"/>
                  <a:pt x="3777655" y="4442072"/>
                </a:cubicBezTo>
                <a:cubicBezTo>
                  <a:pt x="3789822" y="4427338"/>
                  <a:pt x="3795905" y="4407991"/>
                  <a:pt x="3795905" y="4384029"/>
                </a:cubicBezTo>
                <a:cubicBezTo>
                  <a:pt x="3795905" y="4367733"/>
                  <a:pt x="3792817" y="4353371"/>
                  <a:pt x="3786640" y="4340944"/>
                </a:cubicBezTo>
                <a:cubicBezTo>
                  <a:pt x="3780464" y="4328516"/>
                  <a:pt x="3772055" y="4319736"/>
                  <a:pt x="3761414" y="4314601"/>
                </a:cubicBezTo>
                <a:close/>
                <a:moveTo>
                  <a:pt x="3056564" y="4314601"/>
                </a:moveTo>
                <a:lnTo>
                  <a:pt x="3056564" y="4315829"/>
                </a:lnTo>
                <a:cubicBezTo>
                  <a:pt x="3066610" y="4321856"/>
                  <a:pt x="3074367" y="4330972"/>
                  <a:pt x="3079837" y="4343176"/>
                </a:cubicBezTo>
                <a:cubicBezTo>
                  <a:pt x="3085306" y="4355380"/>
                  <a:pt x="3088041" y="4369630"/>
                  <a:pt x="3088041" y="4385927"/>
                </a:cubicBezTo>
                <a:cubicBezTo>
                  <a:pt x="3088041" y="4407805"/>
                  <a:pt x="3082051" y="4425776"/>
                  <a:pt x="3070070" y="4439840"/>
                </a:cubicBezTo>
                <a:cubicBezTo>
                  <a:pt x="3058089" y="4453904"/>
                  <a:pt x="3042760" y="4460936"/>
                  <a:pt x="3024082" y="4460936"/>
                </a:cubicBezTo>
                <a:cubicBezTo>
                  <a:pt x="3010167" y="4460936"/>
                  <a:pt x="2998595" y="4457550"/>
                  <a:pt x="2989368" y="4450779"/>
                </a:cubicBezTo>
                <a:lnTo>
                  <a:pt x="2989368" y="4451337"/>
                </a:lnTo>
                <a:cubicBezTo>
                  <a:pt x="3000381" y="4459895"/>
                  <a:pt x="3012213" y="4464173"/>
                  <a:pt x="3024864" y="4464173"/>
                </a:cubicBezTo>
                <a:cubicBezTo>
                  <a:pt x="3044658" y="4464173"/>
                  <a:pt x="3060638" y="4456806"/>
                  <a:pt x="3072805" y="4442072"/>
                </a:cubicBezTo>
                <a:cubicBezTo>
                  <a:pt x="3084971" y="4427338"/>
                  <a:pt x="3091055" y="4407991"/>
                  <a:pt x="3091055" y="4384029"/>
                </a:cubicBezTo>
                <a:cubicBezTo>
                  <a:pt x="3091055" y="4367733"/>
                  <a:pt x="3087967" y="4353371"/>
                  <a:pt x="3081790" y="4340944"/>
                </a:cubicBezTo>
                <a:cubicBezTo>
                  <a:pt x="3075614" y="4328516"/>
                  <a:pt x="3067205" y="4319736"/>
                  <a:pt x="3056564" y="4314601"/>
                </a:cubicBezTo>
                <a:close/>
                <a:moveTo>
                  <a:pt x="8786520" y="4314489"/>
                </a:moveTo>
                <a:lnTo>
                  <a:pt x="8773908" y="4326991"/>
                </a:lnTo>
                <a:lnTo>
                  <a:pt x="8773908" y="4442854"/>
                </a:lnTo>
                <a:lnTo>
                  <a:pt x="8789200" y="4459708"/>
                </a:lnTo>
                <a:lnTo>
                  <a:pt x="8734952" y="4459708"/>
                </a:lnTo>
                <a:lnTo>
                  <a:pt x="8737742" y="4462722"/>
                </a:lnTo>
                <a:lnTo>
                  <a:pt x="8795785" y="4462722"/>
                </a:lnTo>
                <a:lnTo>
                  <a:pt x="8777033" y="4441737"/>
                </a:lnTo>
                <a:lnTo>
                  <a:pt x="8777033" y="4327996"/>
                </a:lnTo>
                <a:lnTo>
                  <a:pt x="8788418" y="4316722"/>
                </a:lnTo>
                <a:close/>
                <a:moveTo>
                  <a:pt x="9455280" y="4310359"/>
                </a:moveTo>
                <a:lnTo>
                  <a:pt x="9470126" y="4322749"/>
                </a:lnTo>
                <a:lnTo>
                  <a:pt x="9470126" y="4412046"/>
                </a:lnTo>
                <a:cubicBezTo>
                  <a:pt x="9470126" y="4425441"/>
                  <a:pt x="9468637" y="4434891"/>
                  <a:pt x="9465660" y="4440398"/>
                </a:cubicBezTo>
                <a:cubicBezTo>
                  <a:pt x="9462684" y="4445905"/>
                  <a:pt x="9456656" y="4450295"/>
                  <a:pt x="9447578" y="4453569"/>
                </a:cubicBezTo>
                <a:lnTo>
                  <a:pt x="9499594" y="4453569"/>
                </a:lnTo>
                <a:lnTo>
                  <a:pt x="9505398" y="4459708"/>
                </a:lnTo>
                <a:lnTo>
                  <a:pt x="9449476" y="4459708"/>
                </a:lnTo>
                <a:lnTo>
                  <a:pt x="9451262" y="4462722"/>
                </a:lnTo>
                <a:lnTo>
                  <a:pt x="9511760" y="4462722"/>
                </a:lnTo>
                <a:lnTo>
                  <a:pt x="9502049" y="4452341"/>
                </a:lnTo>
                <a:cubicBezTo>
                  <a:pt x="9492152" y="4449439"/>
                  <a:pt x="9485864" y="4444826"/>
                  <a:pt x="9483185" y="4438500"/>
                </a:cubicBezTo>
                <a:cubicBezTo>
                  <a:pt x="9480506" y="4432175"/>
                  <a:pt x="9479167" y="4418818"/>
                  <a:pt x="9479167" y="4398428"/>
                </a:cubicBezTo>
                <a:lnTo>
                  <a:pt x="9479167" y="4334135"/>
                </a:lnTo>
                <a:lnTo>
                  <a:pt x="9485194" y="4345855"/>
                </a:lnTo>
                <a:lnTo>
                  <a:pt x="9485194" y="4406912"/>
                </a:lnTo>
                <a:lnTo>
                  <a:pt x="9485082" y="4417404"/>
                </a:lnTo>
                <a:cubicBezTo>
                  <a:pt x="9485082" y="4426669"/>
                  <a:pt x="9486366" y="4434045"/>
                  <a:pt x="9488934" y="4439533"/>
                </a:cubicBezTo>
                <a:lnTo>
                  <a:pt x="9499519" y="4449428"/>
                </a:lnTo>
                <a:lnTo>
                  <a:pt x="9499594" y="4449551"/>
                </a:lnTo>
                <a:lnTo>
                  <a:pt x="9500486" y="4450332"/>
                </a:lnTo>
                <a:lnTo>
                  <a:pt x="9499519" y="4449428"/>
                </a:lnTo>
                <a:lnTo>
                  <a:pt x="9489436" y="4433031"/>
                </a:lnTo>
                <a:lnTo>
                  <a:pt x="9488096" y="4416958"/>
                </a:lnTo>
                <a:lnTo>
                  <a:pt x="9488208" y="4411935"/>
                </a:lnTo>
                <a:lnTo>
                  <a:pt x="9488208" y="4351324"/>
                </a:lnTo>
                <a:lnTo>
                  <a:pt x="9540893" y="4453569"/>
                </a:lnTo>
                <a:lnTo>
                  <a:pt x="9559757" y="4453569"/>
                </a:lnTo>
                <a:lnTo>
                  <a:pt x="9559757" y="4355231"/>
                </a:lnTo>
                <a:lnTo>
                  <a:pt x="9559757" y="4347976"/>
                </a:lnTo>
                <a:cubicBezTo>
                  <a:pt x="9559757" y="4336590"/>
                  <a:pt x="9561618" y="4328070"/>
                  <a:pt x="9565338" y="4322415"/>
                </a:cubicBezTo>
                <a:cubicBezTo>
                  <a:pt x="9567794" y="4318768"/>
                  <a:pt x="9573264" y="4314750"/>
                  <a:pt x="9581746" y="4310359"/>
                </a:cubicBezTo>
                <a:lnTo>
                  <a:pt x="9531070" y="4310359"/>
                </a:lnTo>
                <a:cubicBezTo>
                  <a:pt x="9539405" y="4314378"/>
                  <a:pt x="9544632" y="4318564"/>
                  <a:pt x="9546754" y="4322917"/>
                </a:cubicBezTo>
                <a:cubicBezTo>
                  <a:pt x="9548874" y="4327270"/>
                  <a:pt x="9549934" y="4335921"/>
                  <a:pt x="9549934" y="4348869"/>
                </a:cubicBezTo>
                <a:lnTo>
                  <a:pt x="9549934" y="4354785"/>
                </a:lnTo>
                <a:lnTo>
                  <a:pt x="9549934" y="4406912"/>
                </a:lnTo>
                <a:lnTo>
                  <a:pt x="9507518" y="4323642"/>
                </a:lnTo>
                <a:lnTo>
                  <a:pt x="9521360" y="4314266"/>
                </a:lnTo>
                <a:lnTo>
                  <a:pt x="9519239" y="4312145"/>
                </a:lnTo>
                <a:lnTo>
                  <a:pt x="9503612" y="4322749"/>
                </a:lnTo>
                <a:lnTo>
                  <a:pt x="9549934" y="4412939"/>
                </a:lnTo>
                <a:lnTo>
                  <a:pt x="9549934" y="4426334"/>
                </a:lnTo>
                <a:lnTo>
                  <a:pt x="9495910" y="4320963"/>
                </a:lnTo>
                <a:lnTo>
                  <a:pt x="9511760" y="4310359"/>
                </a:lnTo>
                <a:close/>
                <a:moveTo>
                  <a:pt x="8730487" y="4310359"/>
                </a:moveTo>
                <a:lnTo>
                  <a:pt x="8746002" y="4324312"/>
                </a:lnTo>
                <a:lnTo>
                  <a:pt x="8746002" y="4440733"/>
                </a:lnTo>
                <a:lnTo>
                  <a:pt x="8730487" y="4453569"/>
                </a:lnTo>
                <a:lnTo>
                  <a:pt x="8782502" y="4453569"/>
                </a:lnTo>
                <a:lnTo>
                  <a:pt x="8768438" y="4441737"/>
                </a:lnTo>
                <a:lnTo>
                  <a:pt x="8768438" y="4325540"/>
                </a:lnTo>
                <a:lnTo>
                  <a:pt x="8783396" y="4310359"/>
                </a:lnTo>
                <a:close/>
                <a:moveTo>
                  <a:pt x="8330028" y="4310359"/>
                </a:moveTo>
                <a:lnTo>
                  <a:pt x="8330698" y="4311476"/>
                </a:lnTo>
                <a:cubicBezTo>
                  <a:pt x="8337395" y="4324200"/>
                  <a:pt x="8342343" y="4335735"/>
                  <a:pt x="8345543" y="4346078"/>
                </a:cubicBezTo>
                <a:lnTo>
                  <a:pt x="8346883" y="4346078"/>
                </a:lnTo>
                <a:cubicBezTo>
                  <a:pt x="8347329" y="4336776"/>
                  <a:pt x="8349673" y="4330172"/>
                  <a:pt x="8353915" y="4326265"/>
                </a:cubicBezTo>
                <a:cubicBezTo>
                  <a:pt x="8358156" y="4322359"/>
                  <a:pt x="8365077" y="4320405"/>
                  <a:pt x="8374676" y="4320405"/>
                </a:cubicBezTo>
                <a:cubicBezTo>
                  <a:pt x="8378099" y="4320405"/>
                  <a:pt x="8381708" y="4320629"/>
                  <a:pt x="8385504" y="4321075"/>
                </a:cubicBezTo>
                <a:lnTo>
                  <a:pt x="8385504" y="4326545"/>
                </a:lnTo>
                <a:lnTo>
                  <a:pt x="8384276" y="4326545"/>
                </a:lnTo>
                <a:lnTo>
                  <a:pt x="8377578" y="4326433"/>
                </a:lnTo>
                <a:cubicBezTo>
                  <a:pt x="8369095" y="4326433"/>
                  <a:pt x="8363012" y="4328144"/>
                  <a:pt x="8359328" y="4331567"/>
                </a:cubicBezTo>
                <a:cubicBezTo>
                  <a:pt x="8355645" y="4334991"/>
                  <a:pt x="8353394" y="4341055"/>
                  <a:pt x="8352575" y="4349762"/>
                </a:cubicBezTo>
                <a:lnTo>
                  <a:pt x="8355477" y="4349762"/>
                </a:lnTo>
                <a:cubicBezTo>
                  <a:pt x="8356073" y="4342171"/>
                  <a:pt x="8357989" y="4336869"/>
                  <a:pt x="8361226" y="4333856"/>
                </a:cubicBezTo>
                <a:cubicBezTo>
                  <a:pt x="8364463" y="4330842"/>
                  <a:pt x="8369914" y="4329335"/>
                  <a:pt x="8377578" y="4329335"/>
                </a:cubicBezTo>
                <a:lnTo>
                  <a:pt x="8385504" y="4329447"/>
                </a:lnTo>
                <a:lnTo>
                  <a:pt x="8385504" y="4440510"/>
                </a:lnTo>
                <a:lnTo>
                  <a:pt x="8369877" y="4453569"/>
                </a:lnTo>
                <a:lnTo>
                  <a:pt x="8420887" y="4453569"/>
                </a:lnTo>
                <a:lnTo>
                  <a:pt x="8407716" y="4441403"/>
                </a:lnTo>
                <a:lnTo>
                  <a:pt x="8407716" y="4320405"/>
                </a:lnTo>
                <a:lnTo>
                  <a:pt x="8409056" y="4320405"/>
                </a:lnTo>
                <a:cubicBezTo>
                  <a:pt x="8412404" y="4320108"/>
                  <a:pt x="8415752" y="4319959"/>
                  <a:pt x="8419102" y="4319959"/>
                </a:cubicBezTo>
                <a:cubicBezTo>
                  <a:pt x="8427287" y="4319959"/>
                  <a:pt x="8433370" y="4321596"/>
                  <a:pt x="8437352" y="4324870"/>
                </a:cubicBezTo>
                <a:cubicBezTo>
                  <a:pt x="8441332" y="4328144"/>
                  <a:pt x="8444402" y="4334023"/>
                  <a:pt x="8446560" y="4342506"/>
                </a:cubicBezTo>
                <a:lnTo>
                  <a:pt x="8446895" y="4343957"/>
                </a:lnTo>
                <a:lnTo>
                  <a:pt x="8448011" y="4344739"/>
                </a:lnTo>
                <a:lnTo>
                  <a:pt x="8448234" y="4344181"/>
                </a:lnTo>
                <a:cubicBezTo>
                  <a:pt x="8450467" y="4337037"/>
                  <a:pt x="8452885" y="4331084"/>
                  <a:pt x="8455490" y="4326321"/>
                </a:cubicBezTo>
                <a:lnTo>
                  <a:pt x="8463080" y="4312927"/>
                </a:lnTo>
                <a:cubicBezTo>
                  <a:pt x="8463303" y="4312480"/>
                  <a:pt x="8463750" y="4311624"/>
                  <a:pt x="8464420" y="4310359"/>
                </a:cubicBezTo>
                <a:close/>
                <a:moveTo>
                  <a:pt x="7963241" y="4310359"/>
                </a:moveTo>
                <a:lnTo>
                  <a:pt x="7975073" y="4323084"/>
                </a:lnTo>
                <a:lnTo>
                  <a:pt x="7959892" y="4364831"/>
                </a:lnTo>
                <a:cubicBezTo>
                  <a:pt x="7956246" y="4361407"/>
                  <a:pt x="7952451" y="4358394"/>
                  <a:pt x="7948507" y="4355789"/>
                </a:cubicBezTo>
                <a:lnTo>
                  <a:pt x="7946721" y="4358245"/>
                </a:lnTo>
                <a:lnTo>
                  <a:pt x="7947726" y="4359026"/>
                </a:lnTo>
                <a:cubicBezTo>
                  <a:pt x="7950256" y="4361035"/>
                  <a:pt x="7953381" y="4363677"/>
                  <a:pt x="7957102" y="4366951"/>
                </a:cubicBezTo>
                <a:lnTo>
                  <a:pt x="7958441" y="4368068"/>
                </a:lnTo>
                <a:lnTo>
                  <a:pt x="7956432" y="4372979"/>
                </a:lnTo>
                <a:cubicBezTo>
                  <a:pt x="7954051" y="4371267"/>
                  <a:pt x="7952004" y="4369593"/>
                  <a:pt x="7950293" y="4367956"/>
                </a:cubicBezTo>
                <a:lnTo>
                  <a:pt x="7945270" y="4363268"/>
                </a:lnTo>
                <a:cubicBezTo>
                  <a:pt x="7945047" y="4363045"/>
                  <a:pt x="7944414" y="4362449"/>
                  <a:pt x="7943372" y="4361482"/>
                </a:cubicBezTo>
                <a:cubicBezTo>
                  <a:pt x="7941140" y="4368105"/>
                  <a:pt x="7937977" y="4374467"/>
                  <a:pt x="7933885" y="4380569"/>
                </a:cubicBezTo>
                <a:cubicBezTo>
                  <a:pt x="7941326" y="4381313"/>
                  <a:pt x="7947019" y="4383360"/>
                  <a:pt x="7950963" y="4386708"/>
                </a:cubicBezTo>
                <a:lnTo>
                  <a:pt x="7950516" y="4388271"/>
                </a:lnTo>
                <a:cubicBezTo>
                  <a:pt x="7944414" y="4407693"/>
                  <a:pt x="7938256" y="4422055"/>
                  <a:pt x="7932043" y="4431357"/>
                </a:cubicBezTo>
                <a:cubicBezTo>
                  <a:pt x="7925829" y="4440658"/>
                  <a:pt x="7917402" y="4448063"/>
                  <a:pt x="7906761" y="4453569"/>
                </a:cubicBezTo>
                <a:lnTo>
                  <a:pt x="7962571" y="4453569"/>
                </a:lnTo>
                <a:cubicBezTo>
                  <a:pt x="7961678" y="4452602"/>
                  <a:pt x="7961009" y="4451895"/>
                  <a:pt x="7960562" y="4451449"/>
                </a:cubicBezTo>
                <a:cubicBezTo>
                  <a:pt x="7956023" y="4446686"/>
                  <a:pt x="7953046" y="4442928"/>
                  <a:pt x="7951632" y="4440175"/>
                </a:cubicBezTo>
                <a:cubicBezTo>
                  <a:pt x="7950218" y="4437421"/>
                  <a:pt x="7949512" y="4433961"/>
                  <a:pt x="7949512" y="4429794"/>
                </a:cubicBezTo>
                <a:cubicBezTo>
                  <a:pt x="7949512" y="4425776"/>
                  <a:pt x="7950516" y="4420715"/>
                  <a:pt x="7952525" y="4414614"/>
                </a:cubicBezTo>
                <a:lnTo>
                  <a:pt x="7956209" y="4403228"/>
                </a:lnTo>
                <a:cubicBezTo>
                  <a:pt x="7957697" y="4398615"/>
                  <a:pt x="7958925" y="4395117"/>
                  <a:pt x="7959892" y="4392736"/>
                </a:cubicBezTo>
                <a:lnTo>
                  <a:pt x="7964804" y="4397870"/>
                </a:lnTo>
                <a:cubicBezTo>
                  <a:pt x="7958627" y="4412902"/>
                  <a:pt x="7955539" y="4424213"/>
                  <a:pt x="7955539" y="4431803"/>
                </a:cubicBezTo>
                <a:cubicBezTo>
                  <a:pt x="7955539" y="4436268"/>
                  <a:pt x="7956302" y="4440156"/>
                  <a:pt x="7957827" y="4443468"/>
                </a:cubicBezTo>
                <a:cubicBezTo>
                  <a:pt x="7959353" y="4446779"/>
                  <a:pt x="7962571" y="4451411"/>
                  <a:pt x="7967483" y="4457364"/>
                </a:cubicBezTo>
                <a:lnTo>
                  <a:pt x="7969380" y="4459708"/>
                </a:lnTo>
                <a:lnTo>
                  <a:pt x="7912565" y="4459708"/>
                </a:lnTo>
                <a:lnTo>
                  <a:pt x="7914797" y="4462722"/>
                </a:lnTo>
                <a:lnTo>
                  <a:pt x="7975073" y="4462722"/>
                </a:lnTo>
                <a:cubicBezTo>
                  <a:pt x="7973957" y="4461308"/>
                  <a:pt x="7973138" y="4460267"/>
                  <a:pt x="7972617" y="4459597"/>
                </a:cubicBezTo>
                <a:cubicBezTo>
                  <a:pt x="7966515" y="4452007"/>
                  <a:pt x="7962664" y="4446593"/>
                  <a:pt x="7961064" y="4443356"/>
                </a:cubicBezTo>
                <a:cubicBezTo>
                  <a:pt x="7959464" y="4440119"/>
                  <a:pt x="7958664" y="4436156"/>
                  <a:pt x="7958664" y="4431468"/>
                </a:cubicBezTo>
                <a:cubicBezTo>
                  <a:pt x="7958664" y="4423506"/>
                  <a:pt x="7961529" y="4413162"/>
                  <a:pt x="7967259" y="4400438"/>
                </a:cubicBezTo>
                <a:lnTo>
                  <a:pt x="7968376" y="4401777"/>
                </a:lnTo>
                <a:cubicBezTo>
                  <a:pt x="7974403" y="4409665"/>
                  <a:pt x="7979352" y="4416697"/>
                  <a:pt x="7983221" y="4422874"/>
                </a:cubicBezTo>
                <a:lnTo>
                  <a:pt x="7985230" y="4426111"/>
                </a:lnTo>
                <a:cubicBezTo>
                  <a:pt x="7991035" y="4416362"/>
                  <a:pt x="7998364" y="4407805"/>
                  <a:pt x="8007220" y="4400438"/>
                </a:cubicBezTo>
                <a:lnTo>
                  <a:pt x="8009340" y="4405349"/>
                </a:lnTo>
                <a:lnTo>
                  <a:pt x="8008448" y="4406465"/>
                </a:lnTo>
                <a:cubicBezTo>
                  <a:pt x="7999741" y="4415469"/>
                  <a:pt x="7993193" y="4423618"/>
                  <a:pt x="7988802" y="4430910"/>
                </a:cubicBezTo>
                <a:lnTo>
                  <a:pt x="7991369" y="4431580"/>
                </a:lnTo>
                <a:cubicBezTo>
                  <a:pt x="7995760" y="4424139"/>
                  <a:pt x="8002048" y="4416288"/>
                  <a:pt x="8010233" y="4408028"/>
                </a:cubicBezTo>
                <a:lnTo>
                  <a:pt x="8022623" y="4440621"/>
                </a:lnTo>
                <a:lnTo>
                  <a:pt x="8007220" y="4453569"/>
                </a:lnTo>
                <a:lnTo>
                  <a:pt x="8063588" y="4453569"/>
                </a:lnTo>
                <a:lnTo>
                  <a:pt x="8046845" y="4440621"/>
                </a:lnTo>
                <a:lnTo>
                  <a:pt x="8026642" y="4385815"/>
                </a:lnTo>
                <a:cubicBezTo>
                  <a:pt x="8029916" y="4383583"/>
                  <a:pt x="8035088" y="4382467"/>
                  <a:pt x="8042157" y="4382467"/>
                </a:cubicBezTo>
                <a:cubicBezTo>
                  <a:pt x="8043124" y="4382467"/>
                  <a:pt x="8044687" y="4382541"/>
                  <a:pt x="8046845" y="4382690"/>
                </a:cubicBezTo>
                <a:cubicBezTo>
                  <a:pt x="8042827" y="4375993"/>
                  <a:pt x="8039850" y="4368402"/>
                  <a:pt x="8037915" y="4359919"/>
                </a:cubicBezTo>
                <a:cubicBezTo>
                  <a:pt x="8037320" y="4360663"/>
                  <a:pt x="8035906" y="4361928"/>
                  <a:pt x="8033674" y="4363714"/>
                </a:cubicBezTo>
                <a:lnTo>
                  <a:pt x="8029990" y="4366840"/>
                </a:lnTo>
                <a:cubicBezTo>
                  <a:pt x="8029842" y="4366989"/>
                  <a:pt x="8029321" y="4367398"/>
                  <a:pt x="8028428" y="4368068"/>
                </a:cubicBezTo>
                <a:lnTo>
                  <a:pt x="8012801" y="4326433"/>
                </a:lnTo>
                <a:lnTo>
                  <a:pt x="8024074" y="4313373"/>
                </a:lnTo>
                <a:lnTo>
                  <a:pt x="8021172" y="4312145"/>
                </a:lnTo>
                <a:lnTo>
                  <a:pt x="8009340" y="4325763"/>
                </a:lnTo>
                <a:lnTo>
                  <a:pt x="8025860" y="4369742"/>
                </a:lnTo>
                <a:lnTo>
                  <a:pt x="8021396" y="4372198"/>
                </a:lnTo>
                <a:lnTo>
                  <a:pt x="8003090" y="4323531"/>
                </a:lnTo>
                <a:lnTo>
                  <a:pt x="8014698" y="4310359"/>
                </a:lnTo>
                <a:close/>
                <a:moveTo>
                  <a:pt x="7510878" y="4310359"/>
                </a:moveTo>
                <a:lnTo>
                  <a:pt x="7511548" y="4311476"/>
                </a:lnTo>
                <a:cubicBezTo>
                  <a:pt x="7518245" y="4324200"/>
                  <a:pt x="7523193" y="4335735"/>
                  <a:pt x="7526393" y="4346078"/>
                </a:cubicBezTo>
                <a:lnTo>
                  <a:pt x="7527733" y="4346078"/>
                </a:lnTo>
                <a:cubicBezTo>
                  <a:pt x="7528179" y="4336776"/>
                  <a:pt x="7530523" y="4330172"/>
                  <a:pt x="7534765" y="4326265"/>
                </a:cubicBezTo>
                <a:cubicBezTo>
                  <a:pt x="7539006" y="4322359"/>
                  <a:pt x="7545927" y="4320405"/>
                  <a:pt x="7555526" y="4320405"/>
                </a:cubicBezTo>
                <a:cubicBezTo>
                  <a:pt x="7558949" y="4320405"/>
                  <a:pt x="7562558" y="4320629"/>
                  <a:pt x="7566354" y="4321075"/>
                </a:cubicBezTo>
                <a:lnTo>
                  <a:pt x="7566354" y="4326545"/>
                </a:lnTo>
                <a:lnTo>
                  <a:pt x="7565126" y="4326545"/>
                </a:lnTo>
                <a:lnTo>
                  <a:pt x="7558428" y="4326433"/>
                </a:lnTo>
                <a:cubicBezTo>
                  <a:pt x="7549945" y="4326433"/>
                  <a:pt x="7543862" y="4328144"/>
                  <a:pt x="7540178" y="4331567"/>
                </a:cubicBezTo>
                <a:cubicBezTo>
                  <a:pt x="7536495" y="4334991"/>
                  <a:pt x="7534244" y="4341055"/>
                  <a:pt x="7533425" y="4349762"/>
                </a:cubicBezTo>
                <a:lnTo>
                  <a:pt x="7536327" y="4349762"/>
                </a:lnTo>
                <a:cubicBezTo>
                  <a:pt x="7536923" y="4342171"/>
                  <a:pt x="7538839" y="4336869"/>
                  <a:pt x="7542076" y="4333856"/>
                </a:cubicBezTo>
                <a:cubicBezTo>
                  <a:pt x="7545313" y="4330842"/>
                  <a:pt x="7550764" y="4329335"/>
                  <a:pt x="7558428" y="4329335"/>
                </a:cubicBezTo>
                <a:lnTo>
                  <a:pt x="7566354" y="4329447"/>
                </a:lnTo>
                <a:lnTo>
                  <a:pt x="7566354" y="4440510"/>
                </a:lnTo>
                <a:lnTo>
                  <a:pt x="7550727" y="4453569"/>
                </a:lnTo>
                <a:lnTo>
                  <a:pt x="7601737" y="4453569"/>
                </a:lnTo>
                <a:lnTo>
                  <a:pt x="7588566" y="4441403"/>
                </a:lnTo>
                <a:lnTo>
                  <a:pt x="7588566" y="4320405"/>
                </a:lnTo>
                <a:lnTo>
                  <a:pt x="7589906" y="4320405"/>
                </a:lnTo>
                <a:cubicBezTo>
                  <a:pt x="7593254" y="4320108"/>
                  <a:pt x="7596603" y="4319959"/>
                  <a:pt x="7599952" y="4319959"/>
                </a:cubicBezTo>
                <a:cubicBezTo>
                  <a:pt x="7608137" y="4319959"/>
                  <a:pt x="7614220" y="4321596"/>
                  <a:pt x="7618202" y="4324870"/>
                </a:cubicBezTo>
                <a:cubicBezTo>
                  <a:pt x="7622183" y="4328144"/>
                  <a:pt x="7625252" y="4334023"/>
                  <a:pt x="7627410" y="4342506"/>
                </a:cubicBezTo>
                <a:lnTo>
                  <a:pt x="7627745" y="4343957"/>
                </a:lnTo>
                <a:lnTo>
                  <a:pt x="7628861" y="4344739"/>
                </a:lnTo>
                <a:lnTo>
                  <a:pt x="7629085" y="4344181"/>
                </a:lnTo>
                <a:cubicBezTo>
                  <a:pt x="7631317" y="4337037"/>
                  <a:pt x="7633735" y="4331084"/>
                  <a:pt x="7636340" y="4326321"/>
                </a:cubicBezTo>
                <a:lnTo>
                  <a:pt x="7643930" y="4312927"/>
                </a:lnTo>
                <a:cubicBezTo>
                  <a:pt x="7644153" y="4312480"/>
                  <a:pt x="7644600" y="4311624"/>
                  <a:pt x="7645270" y="4310359"/>
                </a:cubicBezTo>
                <a:close/>
                <a:moveTo>
                  <a:pt x="7131180" y="4310359"/>
                </a:moveTo>
                <a:lnTo>
                  <a:pt x="7146026" y="4322749"/>
                </a:lnTo>
                <a:lnTo>
                  <a:pt x="7146026" y="4412046"/>
                </a:lnTo>
                <a:cubicBezTo>
                  <a:pt x="7146026" y="4425441"/>
                  <a:pt x="7144537" y="4434891"/>
                  <a:pt x="7141561" y="4440398"/>
                </a:cubicBezTo>
                <a:cubicBezTo>
                  <a:pt x="7138584" y="4445905"/>
                  <a:pt x="7132557" y="4450295"/>
                  <a:pt x="7123478" y="4453569"/>
                </a:cubicBezTo>
                <a:lnTo>
                  <a:pt x="7175494" y="4453569"/>
                </a:lnTo>
                <a:lnTo>
                  <a:pt x="7181298" y="4459708"/>
                </a:lnTo>
                <a:lnTo>
                  <a:pt x="7125376" y="4459708"/>
                </a:lnTo>
                <a:lnTo>
                  <a:pt x="7127162" y="4462722"/>
                </a:lnTo>
                <a:lnTo>
                  <a:pt x="7187660" y="4462722"/>
                </a:lnTo>
                <a:lnTo>
                  <a:pt x="7177949" y="4452341"/>
                </a:lnTo>
                <a:cubicBezTo>
                  <a:pt x="7168052" y="4449439"/>
                  <a:pt x="7161764" y="4444826"/>
                  <a:pt x="7159085" y="4438500"/>
                </a:cubicBezTo>
                <a:cubicBezTo>
                  <a:pt x="7156406" y="4432175"/>
                  <a:pt x="7155067" y="4418818"/>
                  <a:pt x="7155067" y="4398428"/>
                </a:cubicBezTo>
                <a:lnTo>
                  <a:pt x="7155067" y="4334135"/>
                </a:lnTo>
                <a:lnTo>
                  <a:pt x="7161095" y="4345855"/>
                </a:lnTo>
                <a:lnTo>
                  <a:pt x="7161095" y="4406912"/>
                </a:lnTo>
                <a:lnTo>
                  <a:pt x="7160983" y="4417404"/>
                </a:lnTo>
                <a:cubicBezTo>
                  <a:pt x="7160983" y="4426669"/>
                  <a:pt x="7162267" y="4434045"/>
                  <a:pt x="7164834" y="4439533"/>
                </a:cubicBezTo>
                <a:lnTo>
                  <a:pt x="7175417" y="4449425"/>
                </a:lnTo>
                <a:lnTo>
                  <a:pt x="7175494" y="4449551"/>
                </a:lnTo>
                <a:lnTo>
                  <a:pt x="7176387" y="4450332"/>
                </a:lnTo>
                <a:lnTo>
                  <a:pt x="7175417" y="4449425"/>
                </a:lnTo>
                <a:lnTo>
                  <a:pt x="7165336" y="4433031"/>
                </a:lnTo>
                <a:lnTo>
                  <a:pt x="7163997" y="4416958"/>
                </a:lnTo>
                <a:lnTo>
                  <a:pt x="7164108" y="4411935"/>
                </a:lnTo>
                <a:lnTo>
                  <a:pt x="7164108" y="4351324"/>
                </a:lnTo>
                <a:lnTo>
                  <a:pt x="7216793" y="4453569"/>
                </a:lnTo>
                <a:lnTo>
                  <a:pt x="7235657" y="4453569"/>
                </a:lnTo>
                <a:lnTo>
                  <a:pt x="7235657" y="4355231"/>
                </a:lnTo>
                <a:lnTo>
                  <a:pt x="7235657" y="4347976"/>
                </a:lnTo>
                <a:cubicBezTo>
                  <a:pt x="7235657" y="4336590"/>
                  <a:pt x="7237518" y="4328070"/>
                  <a:pt x="7241239" y="4322415"/>
                </a:cubicBezTo>
                <a:cubicBezTo>
                  <a:pt x="7243694" y="4318768"/>
                  <a:pt x="7249164" y="4314750"/>
                  <a:pt x="7257647" y="4310359"/>
                </a:cubicBezTo>
                <a:lnTo>
                  <a:pt x="7206971" y="4310359"/>
                </a:lnTo>
                <a:cubicBezTo>
                  <a:pt x="7215305" y="4314378"/>
                  <a:pt x="7220533" y="4318564"/>
                  <a:pt x="7222654" y="4322917"/>
                </a:cubicBezTo>
                <a:cubicBezTo>
                  <a:pt x="7224774" y="4327270"/>
                  <a:pt x="7225835" y="4335921"/>
                  <a:pt x="7225835" y="4348869"/>
                </a:cubicBezTo>
                <a:lnTo>
                  <a:pt x="7225835" y="4354785"/>
                </a:lnTo>
                <a:lnTo>
                  <a:pt x="7225835" y="4406912"/>
                </a:lnTo>
                <a:lnTo>
                  <a:pt x="7183419" y="4323642"/>
                </a:lnTo>
                <a:lnTo>
                  <a:pt x="7197260" y="4314266"/>
                </a:lnTo>
                <a:lnTo>
                  <a:pt x="7195139" y="4312145"/>
                </a:lnTo>
                <a:lnTo>
                  <a:pt x="7179512" y="4322749"/>
                </a:lnTo>
                <a:lnTo>
                  <a:pt x="7225835" y="4412939"/>
                </a:lnTo>
                <a:lnTo>
                  <a:pt x="7225835" y="4426334"/>
                </a:lnTo>
                <a:lnTo>
                  <a:pt x="7171810" y="4320963"/>
                </a:lnTo>
                <a:lnTo>
                  <a:pt x="7187660" y="4310359"/>
                </a:lnTo>
                <a:close/>
                <a:moveTo>
                  <a:pt x="6732135" y="4310359"/>
                </a:moveTo>
                <a:lnTo>
                  <a:pt x="6749101" y="4323754"/>
                </a:lnTo>
                <a:lnTo>
                  <a:pt x="6749101" y="4371416"/>
                </a:lnTo>
                <a:cubicBezTo>
                  <a:pt x="6736897" y="4371416"/>
                  <a:pt x="6729084" y="4377369"/>
                  <a:pt x="6725661" y="4389276"/>
                </a:cubicBezTo>
                <a:cubicBezTo>
                  <a:pt x="6731911" y="4383695"/>
                  <a:pt x="6738832" y="4380904"/>
                  <a:pt x="6746422" y="4380904"/>
                </a:cubicBezTo>
                <a:cubicBezTo>
                  <a:pt x="6746943" y="4380904"/>
                  <a:pt x="6747836" y="4380978"/>
                  <a:pt x="6749101" y="4381127"/>
                </a:cubicBezTo>
                <a:lnTo>
                  <a:pt x="6749101" y="4386373"/>
                </a:lnTo>
                <a:cubicBezTo>
                  <a:pt x="6741288" y="4387341"/>
                  <a:pt x="6735111" y="4389462"/>
                  <a:pt x="6730572" y="4392736"/>
                </a:cubicBezTo>
                <a:lnTo>
                  <a:pt x="6732135" y="4395080"/>
                </a:lnTo>
                <a:cubicBezTo>
                  <a:pt x="6737195" y="4391954"/>
                  <a:pt x="6742850" y="4390020"/>
                  <a:pt x="6749101" y="4389276"/>
                </a:cubicBezTo>
                <a:lnTo>
                  <a:pt x="6749101" y="4439059"/>
                </a:lnTo>
                <a:lnTo>
                  <a:pt x="6732135" y="4452007"/>
                </a:lnTo>
                <a:lnTo>
                  <a:pt x="6857262" y="4452007"/>
                </a:lnTo>
                <a:cubicBezTo>
                  <a:pt x="6850639" y="4445458"/>
                  <a:pt x="6845895" y="4439728"/>
                  <a:pt x="6843030" y="4434817"/>
                </a:cubicBezTo>
                <a:cubicBezTo>
                  <a:pt x="6840165" y="4429906"/>
                  <a:pt x="6837765" y="4423357"/>
                  <a:pt x="6835831" y="4415172"/>
                </a:cubicBezTo>
                <a:cubicBezTo>
                  <a:pt x="6835161" y="4416362"/>
                  <a:pt x="6834714" y="4417181"/>
                  <a:pt x="6834491" y="4417627"/>
                </a:cubicBezTo>
                <a:lnTo>
                  <a:pt x="6828575" y="4427785"/>
                </a:lnTo>
                <a:cubicBezTo>
                  <a:pt x="6824929" y="4434110"/>
                  <a:pt x="6819906" y="4438352"/>
                  <a:pt x="6813506" y="4440510"/>
                </a:cubicBezTo>
                <a:cubicBezTo>
                  <a:pt x="6807107" y="4442668"/>
                  <a:pt x="6796317" y="4443747"/>
                  <a:pt x="6781136" y="4443747"/>
                </a:cubicBezTo>
                <a:lnTo>
                  <a:pt x="6781136" y="4389276"/>
                </a:lnTo>
                <a:lnTo>
                  <a:pt x="6805470" y="4389276"/>
                </a:lnTo>
                <a:lnTo>
                  <a:pt x="6802568" y="4386373"/>
                </a:lnTo>
                <a:lnTo>
                  <a:pt x="6778346" y="4386373"/>
                </a:lnTo>
                <a:lnTo>
                  <a:pt x="6778346" y="4443747"/>
                </a:lnTo>
                <a:lnTo>
                  <a:pt x="6771202" y="4443747"/>
                </a:lnTo>
                <a:lnTo>
                  <a:pt x="6771202" y="4381127"/>
                </a:lnTo>
                <a:lnTo>
                  <a:pt x="6801675" y="4381127"/>
                </a:lnTo>
                <a:lnTo>
                  <a:pt x="6816074" y="4399768"/>
                </a:lnTo>
                <a:lnTo>
                  <a:pt x="6816074" y="4351659"/>
                </a:lnTo>
                <a:lnTo>
                  <a:pt x="6801675" y="4371416"/>
                </a:lnTo>
                <a:lnTo>
                  <a:pt x="6781136" y="4371416"/>
                </a:lnTo>
                <a:lnTo>
                  <a:pt x="6781136" y="4329000"/>
                </a:lnTo>
                <a:lnTo>
                  <a:pt x="6783480" y="4328889"/>
                </a:lnTo>
                <a:cubicBezTo>
                  <a:pt x="6789582" y="4328591"/>
                  <a:pt x="6793824" y="4328442"/>
                  <a:pt x="6796205" y="4328442"/>
                </a:cubicBezTo>
                <a:cubicBezTo>
                  <a:pt x="6804093" y="4328442"/>
                  <a:pt x="6809377" y="4328889"/>
                  <a:pt x="6812055" y="4329782"/>
                </a:cubicBezTo>
                <a:cubicBezTo>
                  <a:pt x="6814734" y="4330674"/>
                  <a:pt x="6819088" y="4333502"/>
                  <a:pt x="6825115" y="4338265"/>
                </a:cubicBezTo>
                <a:cubicBezTo>
                  <a:pt x="6825562" y="4338637"/>
                  <a:pt x="6826306" y="4339195"/>
                  <a:pt x="6827348" y="4339939"/>
                </a:cubicBezTo>
                <a:cubicBezTo>
                  <a:pt x="6823850" y="4334135"/>
                  <a:pt x="6819869" y="4330228"/>
                  <a:pt x="6815404" y="4328219"/>
                </a:cubicBezTo>
                <a:cubicBezTo>
                  <a:pt x="6810939" y="4326210"/>
                  <a:pt x="6803981" y="4325205"/>
                  <a:pt x="6794531" y="4325205"/>
                </a:cubicBezTo>
                <a:cubicBezTo>
                  <a:pt x="6789396" y="4325205"/>
                  <a:pt x="6784001" y="4325466"/>
                  <a:pt x="6778346" y="4325986"/>
                </a:cubicBezTo>
                <a:lnTo>
                  <a:pt x="6778346" y="4371416"/>
                </a:lnTo>
                <a:lnTo>
                  <a:pt x="6771202" y="4371416"/>
                </a:lnTo>
                <a:lnTo>
                  <a:pt x="6771202" y="4320070"/>
                </a:lnTo>
                <a:cubicBezTo>
                  <a:pt x="6779016" y="4319698"/>
                  <a:pt x="6785713" y="4319512"/>
                  <a:pt x="6791294" y="4319512"/>
                </a:cubicBezTo>
                <a:cubicBezTo>
                  <a:pt x="6803423" y="4319512"/>
                  <a:pt x="6811832" y="4320815"/>
                  <a:pt x="6816520" y="4323419"/>
                </a:cubicBezTo>
                <a:cubicBezTo>
                  <a:pt x="6821208" y="4326024"/>
                  <a:pt x="6825599" y="4331791"/>
                  <a:pt x="6829692" y="4340720"/>
                </a:cubicBezTo>
                <a:cubicBezTo>
                  <a:pt x="6830064" y="4341539"/>
                  <a:pt x="6830622" y="4342804"/>
                  <a:pt x="6831366" y="4344516"/>
                </a:cubicBezTo>
                <a:cubicBezTo>
                  <a:pt x="6835831" y="4332460"/>
                  <a:pt x="6841858" y="4321782"/>
                  <a:pt x="6849448" y="4312480"/>
                </a:cubicBezTo>
                <a:lnTo>
                  <a:pt x="6851234" y="4310359"/>
                </a:lnTo>
                <a:close/>
                <a:moveTo>
                  <a:pt x="5951085" y="4310359"/>
                </a:moveTo>
                <a:lnTo>
                  <a:pt x="5968051" y="4323754"/>
                </a:lnTo>
                <a:lnTo>
                  <a:pt x="5968051" y="4371416"/>
                </a:lnTo>
                <a:cubicBezTo>
                  <a:pt x="5955847" y="4371416"/>
                  <a:pt x="5948034" y="4377369"/>
                  <a:pt x="5944611" y="4389276"/>
                </a:cubicBezTo>
                <a:cubicBezTo>
                  <a:pt x="5950861" y="4383695"/>
                  <a:pt x="5957782" y="4380904"/>
                  <a:pt x="5965372" y="4380904"/>
                </a:cubicBezTo>
                <a:cubicBezTo>
                  <a:pt x="5965893" y="4380904"/>
                  <a:pt x="5966786" y="4380978"/>
                  <a:pt x="5968051" y="4381127"/>
                </a:cubicBezTo>
                <a:lnTo>
                  <a:pt x="5968051" y="4386373"/>
                </a:lnTo>
                <a:cubicBezTo>
                  <a:pt x="5960238" y="4387341"/>
                  <a:pt x="5954062" y="4389462"/>
                  <a:pt x="5949522" y="4392736"/>
                </a:cubicBezTo>
                <a:lnTo>
                  <a:pt x="5951085" y="4395080"/>
                </a:lnTo>
                <a:cubicBezTo>
                  <a:pt x="5956145" y="4391954"/>
                  <a:pt x="5961801" y="4390020"/>
                  <a:pt x="5968051" y="4389276"/>
                </a:cubicBezTo>
                <a:lnTo>
                  <a:pt x="5968051" y="4439059"/>
                </a:lnTo>
                <a:lnTo>
                  <a:pt x="5951085" y="4452007"/>
                </a:lnTo>
                <a:lnTo>
                  <a:pt x="6076212" y="4452007"/>
                </a:lnTo>
                <a:cubicBezTo>
                  <a:pt x="6069589" y="4445458"/>
                  <a:pt x="6064845" y="4439728"/>
                  <a:pt x="6061980" y="4434817"/>
                </a:cubicBezTo>
                <a:cubicBezTo>
                  <a:pt x="6059115" y="4429906"/>
                  <a:pt x="6056715" y="4423357"/>
                  <a:pt x="6054781" y="4415172"/>
                </a:cubicBezTo>
                <a:cubicBezTo>
                  <a:pt x="6054111" y="4416362"/>
                  <a:pt x="6053665" y="4417181"/>
                  <a:pt x="6053441" y="4417627"/>
                </a:cubicBezTo>
                <a:lnTo>
                  <a:pt x="6047525" y="4427785"/>
                </a:lnTo>
                <a:cubicBezTo>
                  <a:pt x="6043879" y="4434110"/>
                  <a:pt x="6038856" y="4438352"/>
                  <a:pt x="6032456" y="4440510"/>
                </a:cubicBezTo>
                <a:cubicBezTo>
                  <a:pt x="6026057" y="4442668"/>
                  <a:pt x="6015267" y="4443747"/>
                  <a:pt x="6000087" y="4443747"/>
                </a:cubicBezTo>
                <a:lnTo>
                  <a:pt x="6000087" y="4389276"/>
                </a:lnTo>
                <a:lnTo>
                  <a:pt x="6024420" y="4389276"/>
                </a:lnTo>
                <a:lnTo>
                  <a:pt x="6021518" y="4386373"/>
                </a:lnTo>
                <a:lnTo>
                  <a:pt x="5997296" y="4386373"/>
                </a:lnTo>
                <a:lnTo>
                  <a:pt x="5997296" y="4443747"/>
                </a:lnTo>
                <a:lnTo>
                  <a:pt x="5990153" y="4443747"/>
                </a:lnTo>
                <a:lnTo>
                  <a:pt x="5990153" y="4381127"/>
                </a:lnTo>
                <a:lnTo>
                  <a:pt x="6020625" y="4381127"/>
                </a:lnTo>
                <a:lnTo>
                  <a:pt x="6035024" y="4399768"/>
                </a:lnTo>
                <a:lnTo>
                  <a:pt x="6035024" y="4351659"/>
                </a:lnTo>
                <a:lnTo>
                  <a:pt x="6020625" y="4371416"/>
                </a:lnTo>
                <a:lnTo>
                  <a:pt x="6000087" y="4371416"/>
                </a:lnTo>
                <a:lnTo>
                  <a:pt x="6000087" y="4329000"/>
                </a:lnTo>
                <a:lnTo>
                  <a:pt x="6002430" y="4328889"/>
                </a:lnTo>
                <a:cubicBezTo>
                  <a:pt x="6008532" y="4328591"/>
                  <a:pt x="6012774" y="4328442"/>
                  <a:pt x="6015155" y="4328442"/>
                </a:cubicBezTo>
                <a:cubicBezTo>
                  <a:pt x="6023043" y="4328442"/>
                  <a:pt x="6028327" y="4328889"/>
                  <a:pt x="6031005" y="4329782"/>
                </a:cubicBezTo>
                <a:cubicBezTo>
                  <a:pt x="6033684" y="4330674"/>
                  <a:pt x="6038038" y="4333502"/>
                  <a:pt x="6044065" y="4338265"/>
                </a:cubicBezTo>
                <a:cubicBezTo>
                  <a:pt x="6044512" y="4338637"/>
                  <a:pt x="6045256" y="4339195"/>
                  <a:pt x="6046298" y="4339939"/>
                </a:cubicBezTo>
                <a:cubicBezTo>
                  <a:pt x="6042800" y="4334135"/>
                  <a:pt x="6038819" y="4330228"/>
                  <a:pt x="6034354" y="4328219"/>
                </a:cubicBezTo>
                <a:cubicBezTo>
                  <a:pt x="6029889" y="4326210"/>
                  <a:pt x="6022931" y="4325205"/>
                  <a:pt x="6013481" y="4325205"/>
                </a:cubicBezTo>
                <a:cubicBezTo>
                  <a:pt x="6008346" y="4325205"/>
                  <a:pt x="6002952" y="4325466"/>
                  <a:pt x="5997296" y="4325986"/>
                </a:cubicBezTo>
                <a:lnTo>
                  <a:pt x="5997296" y="4371416"/>
                </a:lnTo>
                <a:lnTo>
                  <a:pt x="5990153" y="4371416"/>
                </a:lnTo>
                <a:lnTo>
                  <a:pt x="5990153" y="4320070"/>
                </a:lnTo>
                <a:cubicBezTo>
                  <a:pt x="5997966" y="4319698"/>
                  <a:pt x="6004663" y="4319512"/>
                  <a:pt x="6010244" y="4319512"/>
                </a:cubicBezTo>
                <a:cubicBezTo>
                  <a:pt x="6022373" y="4319512"/>
                  <a:pt x="6030782" y="4320815"/>
                  <a:pt x="6035470" y="4323419"/>
                </a:cubicBezTo>
                <a:cubicBezTo>
                  <a:pt x="6040158" y="4326024"/>
                  <a:pt x="6044549" y="4331791"/>
                  <a:pt x="6048642" y="4340720"/>
                </a:cubicBezTo>
                <a:cubicBezTo>
                  <a:pt x="6049014" y="4341539"/>
                  <a:pt x="6049572" y="4342804"/>
                  <a:pt x="6050316" y="4344516"/>
                </a:cubicBezTo>
                <a:cubicBezTo>
                  <a:pt x="6054781" y="4332460"/>
                  <a:pt x="6060808" y="4321782"/>
                  <a:pt x="6068398" y="4312480"/>
                </a:cubicBezTo>
                <a:lnTo>
                  <a:pt x="6070185" y="4310359"/>
                </a:lnTo>
                <a:close/>
                <a:moveTo>
                  <a:pt x="5164864" y="4310359"/>
                </a:moveTo>
                <a:lnTo>
                  <a:pt x="5178481" y="4323866"/>
                </a:lnTo>
                <a:lnTo>
                  <a:pt x="5178481" y="4378560"/>
                </a:lnTo>
                <a:lnTo>
                  <a:pt x="5176695" y="4378560"/>
                </a:lnTo>
                <a:cubicBezTo>
                  <a:pt x="5166649" y="4378560"/>
                  <a:pt x="5159356" y="4382727"/>
                  <a:pt x="5154817" y="4391062"/>
                </a:cubicBezTo>
                <a:lnTo>
                  <a:pt x="5155933" y="4392736"/>
                </a:lnTo>
                <a:cubicBezTo>
                  <a:pt x="5160696" y="4388866"/>
                  <a:pt x="5167059" y="4386932"/>
                  <a:pt x="5175020" y="4386932"/>
                </a:cubicBezTo>
                <a:cubicBezTo>
                  <a:pt x="5175616" y="4386932"/>
                  <a:pt x="5176769" y="4387043"/>
                  <a:pt x="5178481" y="4387266"/>
                </a:cubicBezTo>
                <a:lnTo>
                  <a:pt x="5178481" y="4392736"/>
                </a:lnTo>
                <a:lnTo>
                  <a:pt x="5177588" y="4392847"/>
                </a:lnTo>
                <a:lnTo>
                  <a:pt x="5173569" y="4392847"/>
                </a:lnTo>
                <a:cubicBezTo>
                  <a:pt x="5169625" y="4392847"/>
                  <a:pt x="5165160" y="4394261"/>
                  <a:pt x="5160175" y="4397089"/>
                </a:cubicBezTo>
                <a:lnTo>
                  <a:pt x="5161180" y="4399098"/>
                </a:lnTo>
                <a:cubicBezTo>
                  <a:pt x="5166091" y="4396791"/>
                  <a:pt x="5171225" y="4395638"/>
                  <a:pt x="5176583" y="4395638"/>
                </a:cubicBezTo>
                <a:cubicBezTo>
                  <a:pt x="5176955" y="4395638"/>
                  <a:pt x="5177588" y="4395675"/>
                  <a:pt x="5178481" y="4395750"/>
                </a:cubicBezTo>
                <a:lnTo>
                  <a:pt x="5178481" y="4440510"/>
                </a:lnTo>
                <a:lnTo>
                  <a:pt x="5162965" y="4453569"/>
                </a:lnTo>
                <a:lnTo>
                  <a:pt x="5214869" y="4453569"/>
                </a:lnTo>
                <a:lnTo>
                  <a:pt x="5201251" y="4441291"/>
                </a:lnTo>
                <a:lnTo>
                  <a:pt x="5201251" y="4387266"/>
                </a:lnTo>
                <a:lnTo>
                  <a:pt x="5214981" y="4387266"/>
                </a:lnTo>
                <a:cubicBezTo>
                  <a:pt x="5232170" y="4387266"/>
                  <a:pt x="5244709" y="4385964"/>
                  <a:pt x="5252597" y="4383360"/>
                </a:cubicBezTo>
                <a:cubicBezTo>
                  <a:pt x="5260485" y="4380755"/>
                  <a:pt x="5266624" y="4376514"/>
                  <a:pt x="5271014" y="4370635"/>
                </a:cubicBezTo>
                <a:cubicBezTo>
                  <a:pt x="5275405" y="4364756"/>
                  <a:pt x="5277600" y="4357836"/>
                  <a:pt x="5277600" y="4349873"/>
                </a:cubicBezTo>
                <a:cubicBezTo>
                  <a:pt x="5277600" y="4336776"/>
                  <a:pt x="5271870" y="4326545"/>
                  <a:pt x="5260410" y="4319178"/>
                </a:cubicBezTo>
                <a:cubicBezTo>
                  <a:pt x="5251406" y="4313299"/>
                  <a:pt x="5236263" y="4310359"/>
                  <a:pt x="5214981" y="4310359"/>
                </a:cubicBezTo>
                <a:close/>
                <a:moveTo>
                  <a:pt x="4062456" y="4310359"/>
                </a:moveTo>
                <a:lnTo>
                  <a:pt x="4077637" y="4323977"/>
                </a:lnTo>
                <a:lnTo>
                  <a:pt x="4077637" y="4398094"/>
                </a:lnTo>
                <a:cubicBezTo>
                  <a:pt x="4077637" y="4419376"/>
                  <a:pt x="4080725" y="4433775"/>
                  <a:pt x="4086901" y="4441291"/>
                </a:cubicBezTo>
                <a:cubicBezTo>
                  <a:pt x="4094640" y="4450816"/>
                  <a:pt x="4108258" y="4455578"/>
                  <a:pt x="4127754" y="4455578"/>
                </a:cubicBezTo>
                <a:cubicBezTo>
                  <a:pt x="4146209" y="4455578"/>
                  <a:pt x="4158636" y="4450816"/>
                  <a:pt x="4165036" y="4441291"/>
                </a:cubicBezTo>
                <a:cubicBezTo>
                  <a:pt x="4167566" y="4437570"/>
                  <a:pt x="4169259" y="4432808"/>
                  <a:pt x="4170115" y="4427003"/>
                </a:cubicBezTo>
                <a:cubicBezTo>
                  <a:pt x="4170971" y="4421199"/>
                  <a:pt x="4171398" y="4411674"/>
                  <a:pt x="4171398" y="4398428"/>
                </a:cubicBezTo>
                <a:lnTo>
                  <a:pt x="4171398" y="4326321"/>
                </a:lnTo>
                <a:lnTo>
                  <a:pt x="4191378" y="4310359"/>
                </a:lnTo>
                <a:lnTo>
                  <a:pt x="4143828" y="4310359"/>
                </a:lnTo>
                <a:lnTo>
                  <a:pt x="4161241" y="4326321"/>
                </a:lnTo>
                <a:lnTo>
                  <a:pt x="4160794" y="4398540"/>
                </a:lnTo>
                <a:cubicBezTo>
                  <a:pt x="4160794" y="4417367"/>
                  <a:pt x="4158971" y="4429645"/>
                  <a:pt x="4155325" y="4435375"/>
                </a:cubicBezTo>
                <a:cubicBezTo>
                  <a:pt x="4150785" y="4442444"/>
                  <a:pt x="4142488" y="4445979"/>
                  <a:pt x="4130433" y="4445979"/>
                </a:cubicBezTo>
                <a:lnTo>
                  <a:pt x="4122170" y="4443508"/>
                </a:lnTo>
                <a:lnTo>
                  <a:pt x="4121950" y="4442519"/>
                </a:lnTo>
                <a:cubicBezTo>
                  <a:pt x="4117188" y="4438500"/>
                  <a:pt x="4113951" y="4435077"/>
                  <a:pt x="4112239" y="4432250"/>
                </a:cubicBezTo>
                <a:lnTo>
                  <a:pt x="4108779" y="4418074"/>
                </a:lnTo>
                <a:lnTo>
                  <a:pt x="4108891" y="4410372"/>
                </a:lnTo>
                <a:lnTo>
                  <a:pt x="4108891" y="4327437"/>
                </a:lnTo>
                <a:lnTo>
                  <a:pt x="4119829" y="4316387"/>
                </a:lnTo>
                <a:lnTo>
                  <a:pt x="4118267" y="4314043"/>
                </a:lnTo>
                <a:lnTo>
                  <a:pt x="4105654" y="4326321"/>
                </a:lnTo>
                <a:lnTo>
                  <a:pt x="4105654" y="4410037"/>
                </a:lnTo>
                <a:cubicBezTo>
                  <a:pt x="4105654" y="4420157"/>
                  <a:pt x="4106844" y="4427636"/>
                  <a:pt x="4109225" y="4432473"/>
                </a:cubicBezTo>
                <a:lnTo>
                  <a:pt x="4122148" y="4443502"/>
                </a:lnTo>
                <a:lnTo>
                  <a:pt x="4107105" y="4439003"/>
                </a:lnTo>
                <a:cubicBezTo>
                  <a:pt x="4102491" y="4434352"/>
                  <a:pt x="4100184" y="4426483"/>
                  <a:pt x="4100184" y="4415395"/>
                </a:cubicBezTo>
                <a:lnTo>
                  <a:pt x="4099961" y="4398205"/>
                </a:lnTo>
                <a:lnTo>
                  <a:pt x="4099961" y="4325205"/>
                </a:lnTo>
                <a:lnTo>
                  <a:pt x="4115141" y="4310359"/>
                </a:lnTo>
                <a:close/>
                <a:moveTo>
                  <a:pt x="2557878" y="4310359"/>
                </a:moveTo>
                <a:lnTo>
                  <a:pt x="2558548" y="4311476"/>
                </a:lnTo>
                <a:cubicBezTo>
                  <a:pt x="2565245" y="4324200"/>
                  <a:pt x="2570193" y="4335735"/>
                  <a:pt x="2573393" y="4346078"/>
                </a:cubicBezTo>
                <a:lnTo>
                  <a:pt x="2574733" y="4346078"/>
                </a:lnTo>
                <a:cubicBezTo>
                  <a:pt x="2575179" y="4336776"/>
                  <a:pt x="2577523" y="4330172"/>
                  <a:pt x="2581765" y="4326265"/>
                </a:cubicBezTo>
                <a:cubicBezTo>
                  <a:pt x="2586006" y="4322359"/>
                  <a:pt x="2592927" y="4320405"/>
                  <a:pt x="2602527" y="4320405"/>
                </a:cubicBezTo>
                <a:cubicBezTo>
                  <a:pt x="2605949" y="4320405"/>
                  <a:pt x="2609559" y="4320629"/>
                  <a:pt x="2613354" y="4321075"/>
                </a:cubicBezTo>
                <a:lnTo>
                  <a:pt x="2613354" y="4326545"/>
                </a:lnTo>
                <a:lnTo>
                  <a:pt x="2612126" y="4326545"/>
                </a:lnTo>
                <a:lnTo>
                  <a:pt x="2605429" y="4326433"/>
                </a:lnTo>
                <a:cubicBezTo>
                  <a:pt x="2596945" y="4326433"/>
                  <a:pt x="2590862" y="4328144"/>
                  <a:pt x="2587178" y="4331567"/>
                </a:cubicBezTo>
                <a:cubicBezTo>
                  <a:pt x="2583495" y="4334991"/>
                  <a:pt x="2581244" y="4341055"/>
                  <a:pt x="2580426" y="4349762"/>
                </a:cubicBezTo>
                <a:lnTo>
                  <a:pt x="2583328" y="4349762"/>
                </a:lnTo>
                <a:cubicBezTo>
                  <a:pt x="2583923" y="4342171"/>
                  <a:pt x="2585839" y="4336869"/>
                  <a:pt x="2589076" y="4333856"/>
                </a:cubicBezTo>
                <a:cubicBezTo>
                  <a:pt x="2592313" y="4330842"/>
                  <a:pt x="2597764" y="4329335"/>
                  <a:pt x="2605429" y="4329335"/>
                </a:cubicBezTo>
                <a:lnTo>
                  <a:pt x="2613354" y="4329447"/>
                </a:lnTo>
                <a:lnTo>
                  <a:pt x="2613354" y="4440510"/>
                </a:lnTo>
                <a:lnTo>
                  <a:pt x="2597727" y="4453569"/>
                </a:lnTo>
                <a:lnTo>
                  <a:pt x="2648738" y="4453569"/>
                </a:lnTo>
                <a:lnTo>
                  <a:pt x="2635566" y="4441403"/>
                </a:lnTo>
                <a:lnTo>
                  <a:pt x="2635566" y="4320405"/>
                </a:lnTo>
                <a:lnTo>
                  <a:pt x="2636906" y="4320405"/>
                </a:lnTo>
                <a:cubicBezTo>
                  <a:pt x="2640254" y="4320108"/>
                  <a:pt x="2643603" y="4319959"/>
                  <a:pt x="2646952" y="4319959"/>
                </a:cubicBezTo>
                <a:cubicBezTo>
                  <a:pt x="2655137" y="4319959"/>
                  <a:pt x="2661221" y="4321596"/>
                  <a:pt x="2665202" y="4324870"/>
                </a:cubicBezTo>
                <a:cubicBezTo>
                  <a:pt x="2669183" y="4328144"/>
                  <a:pt x="2672252" y="4334023"/>
                  <a:pt x="2674411" y="4342506"/>
                </a:cubicBezTo>
                <a:lnTo>
                  <a:pt x="2674745" y="4343957"/>
                </a:lnTo>
                <a:lnTo>
                  <a:pt x="2675862" y="4344739"/>
                </a:lnTo>
                <a:lnTo>
                  <a:pt x="2676085" y="4344181"/>
                </a:lnTo>
                <a:cubicBezTo>
                  <a:pt x="2678317" y="4337037"/>
                  <a:pt x="2680736" y="4331084"/>
                  <a:pt x="2683340" y="4326321"/>
                </a:cubicBezTo>
                <a:lnTo>
                  <a:pt x="2690930" y="4312927"/>
                </a:lnTo>
                <a:cubicBezTo>
                  <a:pt x="2691154" y="4312480"/>
                  <a:pt x="2691600" y="4311624"/>
                  <a:pt x="2692270" y="4310359"/>
                </a:cubicBezTo>
                <a:close/>
                <a:moveTo>
                  <a:pt x="9116956" y="4308908"/>
                </a:moveTo>
                <a:cubicBezTo>
                  <a:pt x="9098055" y="4308908"/>
                  <a:pt x="9083024" y="4315531"/>
                  <a:pt x="9071862" y="4328777"/>
                </a:cubicBezTo>
                <a:cubicBezTo>
                  <a:pt x="9060700" y="4342023"/>
                  <a:pt x="9055118" y="4359882"/>
                  <a:pt x="9055118" y="4382355"/>
                </a:cubicBezTo>
                <a:cubicBezTo>
                  <a:pt x="9055118" y="4408623"/>
                  <a:pt x="9063266" y="4428455"/>
                  <a:pt x="9079564" y="4441849"/>
                </a:cubicBezTo>
                <a:cubicBezTo>
                  <a:pt x="9090651" y="4450928"/>
                  <a:pt x="9103302" y="4455467"/>
                  <a:pt x="9117514" y="4455467"/>
                </a:cubicBezTo>
                <a:cubicBezTo>
                  <a:pt x="9135522" y="4455467"/>
                  <a:pt x="9149866" y="4449030"/>
                  <a:pt x="9160544" y="4436156"/>
                </a:cubicBezTo>
                <a:cubicBezTo>
                  <a:pt x="9171223" y="4423283"/>
                  <a:pt x="9176562" y="4406019"/>
                  <a:pt x="9176562" y="4384364"/>
                </a:cubicBezTo>
                <a:cubicBezTo>
                  <a:pt x="9176562" y="4361445"/>
                  <a:pt x="9171148" y="4343139"/>
                  <a:pt x="9160321" y="4329447"/>
                </a:cubicBezTo>
                <a:cubicBezTo>
                  <a:pt x="9149494" y="4315754"/>
                  <a:pt x="9135039" y="4308908"/>
                  <a:pt x="9116956" y="4308908"/>
                </a:cubicBezTo>
                <a:close/>
                <a:moveTo>
                  <a:pt x="3725807" y="4308908"/>
                </a:moveTo>
                <a:cubicBezTo>
                  <a:pt x="3706906" y="4308908"/>
                  <a:pt x="3691874" y="4315531"/>
                  <a:pt x="3680712" y="4328777"/>
                </a:cubicBezTo>
                <a:cubicBezTo>
                  <a:pt x="3669550" y="4342023"/>
                  <a:pt x="3663969" y="4359882"/>
                  <a:pt x="3663969" y="4382355"/>
                </a:cubicBezTo>
                <a:cubicBezTo>
                  <a:pt x="3663969" y="4408623"/>
                  <a:pt x="3672117" y="4428455"/>
                  <a:pt x="3688414" y="4441849"/>
                </a:cubicBezTo>
                <a:cubicBezTo>
                  <a:pt x="3699501" y="4450928"/>
                  <a:pt x="3712152" y="4455467"/>
                  <a:pt x="3726365" y="4455467"/>
                </a:cubicBezTo>
                <a:cubicBezTo>
                  <a:pt x="3744373" y="4455467"/>
                  <a:pt x="3758716" y="4449030"/>
                  <a:pt x="3769395" y="4436156"/>
                </a:cubicBezTo>
                <a:cubicBezTo>
                  <a:pt x="3780073" y="4423283"/>
                  <a:pt x="3785413" y="4406019"/>
                  <a:pt x="3785413" y="4384364"/>
                </a:cubicBezTo>
                <a:cubicBezTo>
                  <a:pt x="3785413" y="4361445"/>
                  <a:pt x="3779999" y="4343139"/>
                  <a:pt x="3769172" y="4329447"/>
                </a:cubicBezTo>
                <a:cubicBezTo>
                  <a:pt x="3758344" y="4315754"/>
                  <a:pt x="3743889" y="4308908"/>
                  <a:pt x="3725807" y="4308908"/>
                </a:cubicBezTo>
                <a:close/>
                <a:moveTo>
                  <a:pt x="3020957" y="4308908"/>
                </a:moveTo>
                <a:cubicBezTo>
                  <a:pt x="3002056" y="4308908"/>
                  <a:pt x="2987024" y="4315531"/>
                  <a:pt x="2975862" y="4328777"/>
                </a:cubicBezTo>
                <a:cubicBezTo>
                  <a:pt x="2964700" y="4342023"/>
                  <a:pt x="2959119" y="4359882"/>
                  <a:pt x="2959119" y="4382355"/>
                </a:cubicBezTo>
                <a:cubicBezTo>
                  <a:pt x="2959119" y="4408623"/>
                  <a:pt x="2967267" y="4428455"/>
                  <a:pt x="2983564" y="4441849"/>
                </a:cubicBezTo>
                <a:cubicBezTo>
                  <a:pt x="2994651" y="4450928"/>
                  <a:pt x="3007302" y="4455467"/>
                  <a:pt x="3021515" y="4455467"/>
                </a:cubicBezTo>
                <a:cubicBezTo>
                  <a:pt x="3039523" y="4455467"/>
                  <a:pt x="3053866" y="4449030"/>
                  <a:pt x="3064545" y="4436156"/>
                </a:cubicBezTo>
                <a:cubicBezTo>
                  <a:pt x="3075223" y="4423283"/>
                  <a:pt x="3080562" y="4406019"/>
                  <a:pt x="3080562" y="4384364"/>
                </a:cubicBezTo>
                <a:cubicBezTo>
                  <a:pt x="3080562" y="4361445"/>
                  <a:pt x="3075149" y="4343139"/>
                  <a:pt x="3064322" y="4329447"/>
                </a:cubicBezTo>
                <a:cubicBezTo>
                  <a:pt x="3053494" y="4315754"/>
                  <a:pt x="3039039" y="4308908"/>
                  <a:pt x="3020957" y="4308908"/>
                </a:cubicBezTo>
                <a:close/>
                <a:moveTo>
                  <a:pt x="5611310" y="4308462"/>
                </a:moveTo>
                <a:cubicBezTo>
                  <a:pt x="5590995" y="4308462"/>
                  <a:pt x="5572019" y="4313559"/>
                  <a:pt x="5554384" y="4323754"/>
                </a:cubicBezTo>
                <a:lnTo>
                  <a:pt x="5555276" y="4324089"/>
                </a:lnTo>
                <a:cubicBezTo>
                  <a:pt x="5558923" y="4325503"/>
                  <a:pt x="5562458" y="4327251"/>
                  <a:pt x="5565880" y="4329335"/>
                </a:cubicBezTo>
                <a:lnTo>
                  <a:pt x="5565880" y="4384253"/>
                </a:lnTo>
                <a:cubicBezTo>
                  <a:pt x="5564169" y="4384476"/>
                  <a:pt x="5562308" y="4384587"/>
                  <a:pt x="5560299" y="4384587"/>
                </a:cubicBezTo>
                <a:cubicBezTo>
                  <a:pt x="5558439" y="4384587"/>
                  <a:pt x="5555834" y="4384476"/>
                  <a:pt x="5552486" y="4384253"/>
                </a:cubicBezTo>
                <a:cubicBezTo>
                  <a:pt x="5552337" y="4384699"/>
                  <a:pt x="5552225" y="4385034"/>
                  <a:pt x="5552151" y="4385257"/>
                </a:cubicBezTo>
                <a:cubicBezTo>
                  <a:pt x="5551258" y="4388308"/>
                  <a:pt x="5550737" y="4389982"/>
                  <a:pt x="5550589" y="4390280"/>
                </a:cubicBezTo>
                <a:cubicBezTo>
                  <a:pt x="5549249" y="4394075"/>
                  <a:pt x="5548505" y="4396494"/>
                  <a:pt x="5548356" y="4397536"/>
                </a:cubicBezTo>
                <a:lnTo>
                  <a:pt x="5549584" y="4397089"/>
                </a:lnTo>
                <a:cubicBezTo>
                  <a:pt x="5556133" y="4395154"/>
                  <a:pt x="5561602" y="4394187"/>
                  <a:pt x="5565992" y="4394187"/>
                </a:cubicBezTo>
                <a:lnTo>
                  <a:pt x="5565992" y="4399991"/>
                </a:lnTo>
                <a:lnTo>
                  <a:pt x="5565099" y="4400214"/>
                </a:lnTo>
                <a:lnTo>
                  <a:pt x="5559183" y="4401665"/>
                </a:lnTo>
                <a:cubicBezTo>
                  <a:pt x="5557323" y="4402112"/>
                  <a:pt x="5554755" y="4402968"/>
                  <a:pt x="5551481" y="4404233"/>
                </a:cubicBezTo>
                <a:lnTo>
                  <a:pt x="5552486" y="4406465"/>
                </a:lnTo>
                <a:lnTo>
                  <a:pt x="5553379" y="4406130"/>
                </a:lnTo>
                <a:cubicBezTo>
                  <a:pt x="5556876" y="4404940"/>
                  <a:pt x="5560783" y="4403861"/>
                  <a:pt x="5565099" y="4402893"/>
                </a:cubicBezTo>
                <a:lnTo>
                  <a:pt x="5565992" y="4402782"/>
                </a:lnTo>
                <a:lnTo>
                  <a:pt x="5565992" y="4440286"/>
                </a:lnTo>
                <a:lnTo>
                  <a:pt x="5551481" y="4453569"/>
                </a:lnTo>
                <a:lnTo>
                  <a:pt x="5600818" y="4453569"/>
                </a:lnTo>
                <a:lnTo>
                  <a:pt x="5588093" y="4440286"/>
                </a:lnTo>
                <a:lnTo>
                  <a:pt x="5588093" y="4390503"/>
                </a:lnTo>
                <a:lnTo>
                  <a:pt x="5589321" y="4390280"/>
                </a:lnTo>
                <a:cubicBezTo>
                  <a:pt x="5602120" y="4388717"/>
                  <a:pt x="5610826" y="4387266"/>
                  <a:pt x="5615440" y="4385927"/>
                </a:cubicBezTo>
                <a:cubicBezTo>
                  <a:pt x="5615738" y="4386597"/>
                  <a:pt x="5615924" y="4387043"/>
                  <a:pt x="5615998" y="4387266"/>
                </a:cubicBezTo>
                <a:lnTo>
                  <a:pt x="5617114" y="4390503"/>
                </a:lnTo>
                <a:cubicBezTo>
                  <a:pt x="5617189" y="4390727"/>
                  <a:pt x="5617449" y="4391285"/>
                  <a:pt x="5617896" y="4392178"/>
                </a:cubicBezTo>
                <a:cubicBezTo>
                  <a:pt x="5612166" y="4394633"/>
                  <a:pt x="5605059" y="4396308"/>
                  <a:pt x="5596576" y="4397201"/>
                </a:cubicBezTo>
                <a:lnTo>
                  <a:pt x="5594232" y="4397536"/>
                </a:lnTo>
                <a:lnTo>
                  <a:pt x="5594232" y="4442519"/>
                </a:lnTo>
                <a:lnTo>
                  <a:pt x="5610417" y="4459708"/>
                </a:lnTo>
                <a:lnTo>
                  <a:pt x="5557285" y="4459708"/>
                </a:lnTo>
                <a:lnTo>
                  <a:pt x="5559071" y="4462722"/>
                </a:lnTo>
                <a:lnTo>
                  <a:pt x="5616780" y="4462722"/>
                </a:lnTo>
                <a:lnTo>
                  <a:pt x="5597134" y="4441737"/>
                </a:lnTo>
                <a:lnTo>
                  <a:pt x="5597134" y="4399991"/>
                </a:lnTo>
                <a:lnTo>
                  <a:pt x="5598027" y="4399880"/>
                </a:lnTo>
                <a:cubicBezTo>
                  <a:pt x="5606659" y="4398466"/>
                  <a:pt x="5613543" y="4396568"/>
                  <a:pt x="5618677" y="4394187"/>
                </a:cubicBezTo>
                <a:lnTo>
                  <a:pt x="5619124" y="4395303"/>
                </a:lnTo>
                <a:cubicBezTo>
                  <a:pt x="5627681" y="4415320"/>
                  <a:pt x="5634341" y="4439728"/>
                  <a:pt x="5639104" y="4468527"/>
                </a:cubicBezTo>
                <a:lnTo>
                  <a:pt x="5639662" y="4472098"/>
                </a:lnTo>
                <a:lnTo>
                  <a:pt x="5641336" y="4470982"/>
                </a:lnTo>
                <a:cubicBezTo>
                  <a:pt x="5651977" y="4464062"/>
                  <a:pt x="5662842" y="4458704"/>
                  <a:pt x="5673930" y="4454909"/>
                </a:cubicBezTo>
                <a:lnTo>
                  <a:pt x="5675604" y="4454351"/>
                </a:lnTo>
                <a:cubicBezTo>
                  <a:pt x="5666749" y="4447207"/>
                  <a:pt x="5657912" y="4436938"/>
                  <a:pt x="5649094" y="4423543"/>
                </a:cubicBezTo>
                <a:cubicBezTo>
                  <a:pt x="5640276" y="4410149"/>
                  <a:pt x="5633299" y="4396382"/>
                  <a:pt x="5628165" y="4382243"/>
                </a:cubicBezTo>
                <a:cubicBezTo>
                  <a:pt x="5639773" y="4379267"/>
                  <a:pt x="5648926" y="4374449"/>
                  <a:pt x="5655624" y="4367788"/>
                </a:cubicBezTo>
                <a:cubicBezTo>
                  <a:pt x="5662321" y="4361128"/>
                  <a:pt x="5665670" y="4353482"/>
                  <a:pt x="5665670" y="4344850"/>
                </a:cubicBezTo>
                <a:cubicBezTo>
                  <a:pt x="5665670" y="4334284"/>
                  <a:pt x="5660554" y="4325577"/>
                  <a:pt x="5650322" y="4318731"/>
                </a:cubicBezTo>
                <a:cubicBezTo>
                  <a:pt x="5640090" y="4311885"/>
                  <a:pt x="5627086" y="4308462"/>
                  <a:pt x="5611310" y="4308462"/>
                </a:cubicBezTo>
                <a:close/>
                <a:moveTo>
                  <a:pt x="4525461" y="4308462"/>
                </a:moveTo>
                <a:cubicBezTo>
                  <a:pt x="4505145" y="4308462"/>
                  <a:pt x="4486170" y="4313559"/>
                  <a:pt x="4468534" y="4323754"/>
                </a:cubicBezTo>
                <a:lnTo>
                  <a:pt x="4469427" y="4324089"/>
                </a:lnTo>
                <a:cubicBezTo>
                  <a:pt x="4473073" y="4325503"/>
                  <a:pt x="4476607" y="4327251"/>
                  <a:pt x="4480031" y="4329335"/>
                </a:cubicBezTo>
                <a:lnTo>
                  <a:pt x="4480031" y="4384253"/>
                </a:lnTo>
                <a:cubicBezTo>
                  <a:pt x="4478319" y="4384476"/>
                  <a:pt x="4476459" y="4384587"/>
                  <a:pt x="4474449" y="4384587"/>
                </a:cubicBezTo>
                <a:cubicBezTo>
                  <a:pt x="4472589" y="4384587"/>
                  <a:pt x="4469985" y="4384476"/>
                  <a:pt x="4466637" y="4384253"/>
                </a:cubicBezTo>
                <a:cubicBezTo>
                  <a:pt x="4466487" y="4384699"/>
                  <a:pt x="4466375" y="4385034"/>
                  <a:pt x="4466302" y="4385257"/>
                </a:cubicBezTo>
                <a:cubicBezTo>
                  <a:pt x="4465408" y="4388308"/>
                  <a:pt x="4464887" y="4389982"/>
                  <a:pt x="4464738" y="4390280"/>
                </a:cubicBezTo>
                <a:cubicBezTo>
                  <a:pt x="4463399" y="4394075"/>
                  <a:pt x="4462655" y="4396494"/>
                  <a:pt x="4462507" y="4397536"/>
                </a:cubicBezTo>
                <a:lnTo>
                  <a:pt x="4463734" y="4397089"/>
                </a:lnTo>
                <a:cubicBezTo>
                  <a:pt x="4470282" y="4395154"/>
                  <a:pt x="4475752" y="4394187"/>
                  <a:pt x="4480142" y="4394187"/>
                </a:cubicBezTo>
                <a:lnTo>
                  <a:pt x="4480142" y="4399991"/>
                </a:lnTo>
                <a:lnTo>
                  <a:pt x="4479249" y="4400214"/>
                </a:lnTo>
                <a:lnTo>
                  <a:pt x="4473333" y="4401665"/>
                </a:lnTo>
                <a:cubicBezTo>
                  <a:pt x="4471473" y="4402112"/>
                  <a:pt x="4468906" y="4402968"/>
                  <a:pt x="4465631" y="4404233"/>
                </a:cubicBezTo>
                <a:lnTo>
                  <a:pt x="4466637" y="4406465"/>
                </a:lnTo>
                <a:lnTo>
                  <a:pt x="4467529" y="4406130"/>
                </a:lnTo>
                <a:cubicBezTo>
                  <a:pt x="4471027" y="4404940"/>
                  <a:pt x="4474933" y="4403861"/>
                  <a:pt x="4479249" y="4402893"/>
                </a:cubicBezTo>
                <a:lnTo>
                  <a:pt x="4480142" y="4402782"/>
                </a:lnTo>
                <a:lnTo>
                  <a:pt x="4480142" y="4440286"/>
                </a:lnTo>
                <a:lnTo>
                  <a:pt x="4465631" y="4453569"/>
                </a:lnTo>
                <a:lnTo>
                  <a:pt x="4514968" y="4453569"/>
                </a:lnTo>
                <a:lnTo>
                  <a:pt x="4502243" y="4440286"/>
                </a:lnTo>
                <a:lnTo>
                  <a:pt x="4502243" y="4390503"/>
                </a:lnTo>
                <a:lnTo>
                  <a:pt x="4503471" y="4390280"/>
                </a:lnTo>
                <a:cubicBezTo>
                  <a:pt x="4516270" y="4388717"/>
                  <a:pt x="4524977" y="4387266"/>
                  <a:pt x="4529590" y="4385927"/>
                </a:cubicBezTo>
                <a:cubicBezTo>
                  <a:pt x="4529888" y="4386597"/>
                  <a:pt x="4530074" y="4387043"/>
                  <a:pt x="4530148" y="4387266"/>
                </a:cubicBezTo>
                <a:lnTo>
                  <a:pt x="4531265" y="4390503"/>
                </a:lnTo>
                <a:cubicBezTo>
                  <a:pt x="4531340" y="4390727"/>
                  <a:pt x="4531599" y="4391285"/>
                  <a:pt x="4532046" y="4392178"/>
                </a:cubicBezTo>
                <a:cubicBezTo>
                  <a:pt x="4526316" y="4394633"/>
                  <a:pt x="4519209" y="4396308"/>
                  <a:pt x="4510726" y="4397201"/>
                </a:cubicBezTo>
                <a:lnTo>
                  <a:pt x="4508383" y="4397536"/>
                </a:lnTo>
                <a:lnTo>
                  <a:pt x="4508383" y="4442519"/>
                </a:lnTo>
                <a:lnTo>
                  <a:pt x="4524567" y="4459708"/>
                </a:lnTo>
                <a:lnTo>
                  <a:pt x="4471436" y="4459708"/>
                </a:lnTo>
                <a:lnTo>
                  <a:pt x="4473222" y="4462722"/>
                </a:lnTo>
                <a:lnTo>
                  <a:pt x="4530930" y="4462722"/>
                </a:lnTo>
                <a:lnTo>
                  <a:pt x="4511284" y="4441737"/>
                </a:lnTo>
                <a:lnTo>
                  <a:pt x="4511284" y="4399991"/>
                </a:lnTo>
                <a:lnTo>
                  <a:pt x="4512177" y="4399880"/>
                </a:lnTo>
                <a:cubicBezTo>
                  <a:pt x="4520809" y="4398466"/>
                  <a:pt x="4527693" y="4396568"/>
                  <a:pt x="4532827" y="4394187"/>
                </a:cubicBezTo>
                <a:lnTo>
                  <a:pt x="4533274" y="4395303"/>
                </a:lnTo>
                <a:cubicBezTo>
                  <a:pt x="4541831" y="4415320"/>
                  <a:pt x="4548491" y="4439728"/>
                  <a:pt x="4553254" y="4468527"/>
                </a:cubicBezTo>
                <a:lnTo>
                  <a:pt x="4553812" y="4472098"/>
                </a:lnTo>
                <a:lnTo>
                  <a:pt x="4555486" y="4470982"/>
                </a:lnTo>
                <a:cubicBezTo>
                  <a:pt x="4566128" y="4464062"/>
                  <a:pt x="4576992" y="4458704"/>
                  <a:pt x="4588080" y="4454909"/>
                </a:cubicBezTo>
                <a:lnTo>
                  <a:pt x="4589754" y="4454351"/>
                </a:lnTo>
                <a:cubicBezTo>
                  <a:pt x="4580899" y="4447207"/>
                  <a:pt x="4572062" y="4436938"/>
                  <a:pt x="4563244" y="4423543"/>
                </a:cubicBezTo>
                <a:cubicBezTo>
                  <a:pt x="4554426" y="4410149"/>
                  <a:pt x="4547450" y="4396382"/>
                  <a:pt x="4542315" y="4382243"/>
                </a:cubicBezTo>
                <a:cubicBezTo>
                  <a:pt x="4553923" y="4379267"/>
                  <a:pt x="4563076" y="4374449"/>
                  <a:pt x="4569774" y="4367788"/>
                </a:cubicBezTo>
                <a:cubicBezTo>
                  <a:pt x="4576471" y="4361128"/>
                  <a:pt x="4579819" y="4353482"/>
                  <a:pt x="4579819" y="4344850"/>
                </a:cubicBezTo>
                <a:cubicBezTo>
                  <a:pt x="4579819" y="4334284"/>
                  <a:pt x="4574704" y="4325577"/>
                  <a:pt x="4564472" y="4318731"/>
                </a:cubicBezTo>
                <a:cubicBezTo>
                  <a:pt x="4554240" y="4311885"/>
                  <a:pt x="4541236" y="4308462"/>
                  <a:pt x="4525461" y="4308462"/>
                </a:cubicBezTo>
                <a:close/>
                <a:moveTo>
                  <a:pt x="6398350" y="4307904"/>
                </a:moveTo>
                <a:cubicBezTo>
                  <a:pt x="6384807" y="4307904"/>
                  <a:pt x="6373812" y="4311569"/>
                  <a:pt x="6365366" y="4318898"/>
                </a:cubicBezTo>
                <a:cubicBezTo>
                  <a:pt x="6356920" y="4326228"/>
                  <a:pt x="6352697" y="4335772"/>
                  <a:pt x="6352697" y="4347529"/>
                </a:cubicBezTo>
                <a:cubicBezTo>
                  <a:pt x="6352697" y="4358915"/>
                  <a:pt x="6355860" y="4367807"/>
                  <a:pt x="6362185" y="4374207"/>
                </a:cubicBezTo>
                <a:cubicBezTo>
                  <a:pt x="6368510" y="4380606"/>
                  <a:pt x="6378705" y="4385183"/>
                  <a:pt x="6392769" y="4387936"/>
                </a:cubicBezTo>
                <a:cubicBezTo>
                  <a:pt x="6411001" y="4391508"/>
                  <a:pt x="6423056" y="4395378"/>
                  <a:pt x="6428935" y="4399545"/>
                </a:cubicBezTo>
                <a:cubicBezTo>
                  <a:pt x="6437120" y="4405423"/>
                  <a:pt x="6441213" y="4412865"/>
                  <a:pt x="6441213" y="4421869"/>
                </a:cubicBezTo>
                <a:cubicBezTo>
                  <a:pt x="6441213" y="4429682"/>
                  <a:pt x="6438274" y="4435896"/>
                  <a:pt x="6432395" y="4440510"/>
                </a:cubicBezTo>
                <a:cubicBezTo>
                  <a:pt x="6426516" y="4445123"/>
                  <a:pt x="6418591" y="4447430"/>
                  <a:pt x="6408620" y="4447430"/>
                </a:cubicBezTo>
                <a:lnTo>
                  <a:pt x="6396676" y="4443652"/>
                </a:lnTo>
                <a:lnTo>
                  <a:pt x="6396676" y="4443412"/>
                </a:lnTo>
                <a:cubicBezTo>
                  <a:pt x="6384695" y="4437831"/>
                  <a:pt x="6377328" y="4428343"/>
                  <a:pt x="6374575" y="4414948"/>
                </a:cubicBezTo>
                <a:lnTo>
                  <a:pt x="6371561" y="4415507"/>
                </a:lnTo>
                <a:cubicBezTo>
                  <a:pt x="6373012" y="4423097"/>
                  <a:pt x="6375831" y="4429292"/>
                  <a:pt x="6380017" y="4434091"/>
                </a:cubicBezTo>
                <a:lnTo>
                  <a:pt x="6394475" y="4442956"/>
                </a:lnTo>
                <a:lnTo>
                  <a:pt x="6377924" y="4437719"/>
                </a:lnTo>
                <a:cubicBezTo>
                  <a:pt x="6370110" y="4431245"/>
                  <a:pt x="6365422" y="4422167"/>
                  <a:pt x="6363860" y="4410484"/>
                </a:cubicBezTo>
                <a:lnTo>
                  <a:pt x="6361850" y="4409925"/>
                </a:lnTo>
                <a:cubicBezTo>
                  <a:pt x="6358130" y="4422501"/>
                  <a:pt x="6351656" y="4435747"/>
                  <a:pt x="6342428" y="4449663"/>
                </a:cubicBezTo>
                <a:lnTo>
                  <a:pt x="6343321" y="4451225"/>
                </a:lnTo>
                <a:cubicBezTo>
                  <a:pt x="6348158" y="4448323"/>
                  <a:pt x="6352846" y="4446872"/>
                  <a:pt x="6357385" y="4446872"/>
                </a:cubicBezTo>
                <a:cubicBezTo>
                  <a:pt x="6360809" y="4446872"/>
                  <a:pt x="6365162" y="4447505"/>
                  <a:pt x="6370445" y="4448770"/>
                </a:cubicBezTo>
                <a:lnTo>
                  <a:pt x="6383505" y="4452007"/>
                </a:lnTo>
                <a:cubicBezTo>
                  <a:pt x="6393997" y="4454611"/>
                  <a:pt x="6403485" y="4455913"/>
                  <a:pt x="6411968" y="4455913"/>
                </a:cubicBezTo>
                <a:cubicBezTo>
                  <a:pt x="6425512" y="4455913"/>
                  <a:pt x="6436878" y="4451765"/>
                  <a:pt x="6446068" y="4443468"/>
                </a:cubicBezTo>
                <a:cubicBezTo>
                  <a:pt x="6455259" y="4435170"/>
                  <a:pt x="6459854" y="4424920"/>
                  <a:pt x="6459854" y="4412716"/>
                </a:cubicBezTo>
                <a:cubicBezTo>
                  <a:pt x="6459854" y="4390838"/>
                  <a:pt x="6446422" y="4376662"/>
                  <a:pt x="6419558" y="4370188"/>
                </a:cubicBezTo>
                <a:lnTo>
                  <a:pt x="6400694" y="4365612"/>
                </a:lnTo>
                <a:cubicBezTo>
                  <a:pt x="6381868" y="4361073"/>
                  <a:pt x="6372454" y="4352552"/>
                  <a:pt x="6372454" y="4340051"/>
                </a:cubicBezTo>
                <a:cubicBezTo>
                  <a:pt x="6372454" y="4333353"/>
                  <a:pt x="6375096" y="4327791"/>
                  <a:pt x="6380379" y="4323363"/>
                </a:cubicBezTo>
                <a:cubicBezTo>
                  <a:pt x="6385663" y="4318936"/>
                  <a:pt x="6392286" y="4316722"/>
                  <a:pt x="6400248" y="4316722"/>
                </a:cubicBezTo>
                <a:cubicBezTo>
                  <a:pt x="6408880" y="4316722"/>
                  <a:pt x="6416582" y="4319736"/>
                  <a:pt x="6423354" y="4325763"/>
                </a:cubicBezTo>
                <a:cubicBezTo>
                  <a:pt x="6426032" y="4328144"/>
                  <a:pt x="6428042" y="4330637"/>
                  <a:pt x="6429381" y="4333242"/>
                </a:cubicBezTo>
                <a:cubicBezTo>
                  <a:pt x="6430721" y="4335846"/>
                  <a:pt x="6432432" y="4340497"/>
                  <a:pt x="6434516" y="4347194"/>
                </a:cubicBezTo>
                <a:cubicBezTo>
                  <a:pt x="6434664" y="4347641"/>
                  <a:pt x="6434888" y="4348273"/>
                  <a:pt x="6435185" y="4349092"/>
                </a:cubicBezTo>
                <a:lnTo>
                  <a:pt x="6435743" y="4348422"/>
                </a:lnTo>
                <a:cubicBezTo>
                  <a:pt x="6437232" y="4345892"/>
                  <a:pt x="6440246" y="4339046"/>
                  <a:pt x="6444785" y="4327884"/>
                </a:cubicBezTo>
                <a:cubicBezTo>
                  <a:pt x="6447092" y="4322228"/>
                  <a:pt x="6450180" y="4316796"/>
                  <a:pt x="6454049" y="4311587"/>
                </a:cubicBezTo>
                <a:lnTo>
                  <a:pt x="6452822" y="4311029"/>
                </a:lnTo>
                <a:cubicBezTo>
                  <a:pt x="6448506" y="4313559"/>
                  <a:pt x="6444524" y="4314824"/>
                  <a:pt x="6440878" y="4314824"/>
                </a:cubicBezTo>
                <a:cubicBezTo>
                  <a:pt x="6438274" y="4314824"/>
                  <a:pt x="6434255" y="4314080"/>
                  <a:pt x="6428823" y="4312592"/>
                </a:cubicBezTo>
                <a:cubicBezTo>
                  <a:pt x="6417214" y="4309466"/>
                  <a:pt x="6407057" y="4307904"/>
                  <a:pt x="6398350" y="4307904"/>
                </a:cubicBezTo>
                <a:close/>
                <a:moveTo>
                  <a:pt x="7409123" y="3022611"/>
                </a:moveTo>
                <a:cubicBezTo>
                  <a:pt x="7490705" y="3022611"/>
                  <a:pt x="7555315" y="3049853"/>
                  <a:pt x="7602953" y="3104336"/>
                </a:cubicBezTo>
                <a:cubicBezTo>
                  <a:pt x="7650590" y="3158819"/>
                  <a:pt x="7674409" y="3245109"/>
                  <a:pt x="7674409" y="3363204"/>
                </a:cubicBezTo>
                <a:cubicBezTo>
                  <a:pt x="7674409" y="3503549"/>
                  <a:pt x="7651589" y="3600820"/>
                  <a:pt x="7605948" y="3655019"/>
                </a:cubicBezTo>
                <a:cubicBezTo>
                  <a:pt x="7560308" y="3709217"/>
                  <a:pt x="7495840" y="3736316"/>
                  <a:pt x="7412546" y="3736316"/>
                </a:cubicBezTo>
                <a:cubicBezTo>
                  <a:pt x="7331534" y="3736316"/>
                  <a:pt x="7267495" y="3708646"/>
                  <a:pt x="7220428" y="3653307"/>
                </a:cubicBezTo>
                <a:cubicBezTo>
                  <a:pt x="7173361" y="3597968"/>
                  <a:pt x="7149827" y="3506972"/>
                  <a:pt x="7149827" y="3380320"/>
                </a:cubicBezTo>
                <a:cubicBezTo>
                  <a:pt x="7149827" y="3252525"/>
                  <a:pt x="7173503" y="3160959"/>
                  <a:pt x="7220856" y="3105620"/>
                </a:cubicBezTo>
                <a:cubicBezTo>
                  <a:pt x="7268207" y="3050281"/>
                  <a:pt x="7330963" y="3022611"/>
                  <a:pt x="7409123" y="3022611"/>
                </a:cubicBezTo>
                <a:close/>
                <a:moveTo>
                  <a:pt x="10000965" y="2750478"/>
                </a:moveTo>
                <a:lnTo>
                  <a:pt x="10000965" y="4005025"/>
                </a:lnTo>
                <a:lnTo>
                  <a:pt x="11058686" y="4005025"/>
                </a:lnTo>
                <a:lnTo>
                  <a:pt x="11058686" y="3720912"/>
                </a:lnTo>
                <a:lnTo>
                  <a:pt x="10389481" y="3720912"/>
                </a:lnTo>
                <a:lnTo>
                  <a:pt x="10389481" y="3473597"/>
                </a:lnTo>
                <a:lnTo>
                  <a:pt x="10992792" y="3473597"/>
                </a:lnTo>
                <a:lnTo>
                  <a:pt x="10992792" y="3217725"/>
                </a:lnTo>
                <a:lnTo>
                  <a:pt x="10389481" y="3217725"/>
                </a:lnTo>
                <a:lnTo>
                  <a:pt x="10389481" y="3018332"/>
                </a:lnTo>
                <a:lnTo>
                  <a:pt x="11039859" y="3018332"/>
                </a:lnTo>
                <a:lnTo>
                  <a:pt x="11039859" y="2750478"/>
                </a:lnTo>
                <a:close/>
                <a:moveTo>
                  <a:pt x="8302093" y="2750478"/>
                </a:moveTo>
                <a:lnTo>
                  <a:pt x="8302093" y="4005025"/>
                </a:lnTo>
                <a:lnTo>
                  <a:pt x="8619580" y="4005025"/>
                </a:lnTo>
                <a:lnTo>
                  <a:pt x="8619580" y="3048284"/>
                </a:lnTo>
                <a:lnTo>
                  <a:pt x="8863766" y="4005025"/>
                </a:lnTo>
                <a:lnTo>
                  <a:pt x="9151128" y="4005025"/>
                </a:lnTo>
                <a:lnTo>
                  <a:pt x="9395756" y="3048284"/>
                </a:lnTo>
                <a:lnTo>
                  <a:pt x="9395756" y="4005025"/>
                </a:lnTo>
                <a:lnTo>
                  <a:pt x="9713243" y="4005025"/>
                </a:lnTo>
                <a:lnTo>
                  <a:pt x="9713243" y="2750478"/>
                </a:lnTo>
                <a:lnTo>
                  <a:pt x="9203731" y="2750478"/>
                </a:lnTo>
                <a:lnTo>
                  <a:pt x="9008524" y="3513818"/>
                </a:lnTo>
                <a:lnTo>
                  <a:pt x="8811912" y="2750478"/>
                </a:lnTo>
                <a:close/>
                <a:moveTo>
                  <a:pt x="4229671" y="2750478"/>
                </a:moveTo>
                <a:lnTo>
                  <a:pt x="4229671" y="4005025"/>
                </a:lnTo>
                <a:lnTo>
                  <a:pt x="5222354" y="4005025"/>
                </a:lnTo>
                <a:lnTo>
                  <a:pt x="5222354" y="3696095"/>
                </a:lnTo>
                <a:lnTo>
                  <a:pt x="4617331" y="3696095"/>
                </a:lnTo>
                <a:lnTo>
                  <a:pt x="4617331" y="2750478"/>
                </a:lnTo>
                <a:close/>
                <a:moveTo>
                  <a:pt x="2923890" y="2750478"/>
                </a:moveTo>
                <a:lnTo>
                  <a:pt x="2923890" y="4005025"/>
                </a:lnTo>
                <a:lnTo>
                  <a:pt x="3981612" y="4005025"/>
                </a:lnTo>
                <a:lnTo>
                  <a:pt x="3981612" y="3720912"/>
                </a:lnTo>
                <a:lnTo>
                  <a:pt x="3312406" y="3720912"/>
                </a:lnTo>
                <a:lnTo>
                  <a:pt x="3312406" y="3473597"/>
                </a:lnTo>
                <a:lnTo>
                  <a:pt x="3915718" y="3473597"/>
                </a:lnTo>
                <a:lnTo>
                  <a:pt x="3915718" y="3217725"/>
                </a:lnTo>
                <a:lnTo>
                  <a:pt x="3312406" y="3217725"/>
                </a:lnTo>
                <a:lnTo>
                  <a:pt x="3312406" y="3018332"/>
                </a:lnTo>
                <a:lnTo>
                  <a:pt x="3962785" y="3018332"/>
                </a:lnTo>
                <a:lnTo>
                  <a:pt x="3962785" y="2750478"/>
                </a:lnTo>
                <a:close/>
                <a:moveTo>
                  <a:pt x="1004826" y="2750478"/>
                </a:moveTo>
                <a:lnTo>
                  <a:pt x="1283938" y="4005025"/>
                </a:lnTo>
                <a:lnTo>
                  <a:pt x="1664083" y="4005025"/>
                </a:lnTo>
                <a:lnTo>
                  <a:pt x="1883265" y="3215157"/>
                </a:lnTo>
                <a:lnTo>
                  <a:pt x="2103303" y="4005025"/>
                </a:lnTo>
                <a:lnTo>
                  <a:pt x="2483449" y="4005025"/>
                </a:lnTo>
                <a:lnTo>
                  <a:pt x="2759993" y="2750478"/>
                </a:lnTo>
                <a:lnTo>
                  <a:pt x="2393687" y="2750478"/>
                </a:lnTo>
                <a:lnTo>
                  <a:pt x="2260977" y="3451842"/>
                </a:lnTo>
                <a:lnTo>
                  <a:pt x="2066492" y="2750478"/>
                </a:lnTo>
                <a:lnTo>
                  <a:pt x="1699611" y="2750478"/>
                </a:lnTo>
                <a:lnTo>
                  <a:pt x="1505593" y="3452832"/>
                </a:lnTo>
                <a:lnTo>
                  <a:pt x="1373017" y="2750478"/>
                </a:lnTo>
                <a:close/>
                <a:moveTo>
                  <a:pt x="7409979" y="2729085"/>
                </a:moveTo>
                <a:cubicBezTo>
                  <a:pt x="7206308" y="2729085"/>
                  <a:pt x="7047421" y="2786135"/>
                  <a:pt x="6933320" y="2900237"/>
                </a:cubicBezTo>
                <a:cubicBezTo>
                  <a:pt x="6819218" y="3014339"/>
                  <a:pt x="6762167" y="3173795"/>
                  <a:pt x="6762167" y="3378608"/>
                </a:cubicBezTo>
                <a:cubicBezTo>
                  <a:pt x="6762167" y="3525228"/>
                  <a:pt x="6790978" y="3647317"/>
                  <a:pt x="6848599" y="3744874"/>
                </a:cubicBezTo>
                <a:cubicBezTo>
                  <a:pt x="6906220" y="3842430"/>
                  <a:pt x="6981385" y="3913744"/>
                  <a:pt x="7074093" y="3958814"/>
                </a:cubicBezTo>
                <a:cubicBezTo>
                  <a:pt x="7166800" y="4003884"/>
                  <a:pt x="7283897" y="4026419"/>
                  <a:pt x="7425383" y="4026419"/>
                </a:cubicBezTo>
                <a:cubicBezTo>
                  <a:pt x="7564586" y="4026419"/>
                  <a:pt x="7680828" y="4000319"/>
                  <a:pt x="7774106" y="3948117"/>
                </a:cubicBezTo>
                <a:cubicBezTo>
                  <a:pt x="7867384" y="3895916"/>
                  <a:pt x="7938697" y="3822891"/>
                  <a:pt x="7988046" y="3729042"/>
                </a:cubicBezTo>
                <a:cubicBezTo>
                  <a:pt x="8037395" y="3635194"/>
                  <a:pt x="8062069" y="3514959"/>
                  <a:pt x="8062069" y="3368338"/>
                </a:cubicBezTo>
                <a:cubicBezTo>
                  <a:pt x="8062069" y="3166379"/>
                  <a:pt x="8005589" y="3009346"/>
                  <a:pt x="7892629" y="2897242"/>
                </a:cubicBezTo>
                <a:cubicBezTo>
                  <a:pt x="7779668" y="2785137"/>
                  <a:pt x="7618785" y="2729085"/>
                  <a:pt x="7409979" y="2729085"/>
                </a:cubicBezTo>
                <a:close/>
                <a:moveTo>
                  <a:pt x="5999535" y="2729085"/>
                </a:moveTo>
                <a:cubicBezTo>
                  <a:pt x="5797576" y="2729085"/>
                  <a:pt x="5641399" y="2784816"/>
                  <a:pt x="5531006" y="2896279"/>
                </a:cubicBezTo>
                <a:cubicBezTo>
                  <a:pt x="5420613" y="3007742"/>
                  <a:pt x="5365416" y="3167234"/>
                  <a:pt x="5365416" y="3374757"/>
                </a:cubicBezTo>
                <a:cubicBezTo>
                  <a:pt x="5365416" y="3530407"/>
                  <a:pt x="5396793" y="3658119"/>
                  <a:pt x="5459549" y="3757891"/>
                </a:cubicBezTo>
                <a:cubicBezTo>
                  <a:pt x="5522305" y="3857663"/>
                  <a:pt x="5596899" y="3927360"/>
                  <a:pt x="5683331" y="3966984"/>
                </a:cubicBezTo>
                <a:cubicBezTo>
                  <a:pt x="5769763" y="4006607"/>
                  <a:pt x="5881154" y="4026419"/>
                  <a:pt x="6017506" y="4026419"/>
                </a:cubicBezTo>
                <a:cubicBezTo>
                  <a:pt x="6129896" y="4026419"/>
                  <a:pt x="6222461" y="4010160"/>
                  <a:pt x="6295201" y="3977641"/>
                </a:cubicBezTo>
                <a:cubicBezTo>
                  <a:pt x="6367940" y="3945122"/>
                  <a:pt x="6428842" y="3896914"/>
                  <a:pt x="6477906" y="3833017"/>
                </a:cubicBezTo>
                <a:cubicBezTo>
                  <a:pt x="6526969" y="3769120"/>
                  <a:pt x="6562911" y="3689534"/>
                  <a:pt x="6585732" y="3594260"/>
                </a:cubicBezTo>
                <a:lnTo>
                  <a:pt x="6245994" y="3491568"/>
                </a:lnTo>
                <a:cubicBezTo>
                  <a:pt x="6228879" y="3570869"/>
                  <a:pt x="6201352" y="3631343"/>
                  <a:pt x="6163413" y="3672990"/>
                </a:cubicBezTo>
                <a:cubicBezTo>
                  <a:pt x="6125474" y="3714637"/>
                  <a:pt x="6069422" y="3735460"/>
                  <a:pt x="5995256" y="3735460"/>
                </a:cubicBezTo>
                <a:cubicBezTo>
                  <a:pt x="5918808" y="3735460"/>
                  <a:pt x="5859475" y="3709676"/>
                  <a:pt x="5817258" y="3658107"/>
                </a:cubicBezTo>
                <a:cubicBezTo>
                  <a:pt x="5775040" y="3606539"/>
                  <a:pt x="5753932" y="3511233"/>
                  <a:pt x="5753932" y="3372190"/>
                </a:cubicBezTo>
                <a:cubicBezTo>
                  <a:pt x="5753932" y="3259942"/>
                  <a:pt x="5771617" y="3177606"/>
                  <a:pt x="5806988" y="3125182"/>
                </a:cubicBezTo>
                <a:cubicBezTo>
                  <a:pt x="5853770" y="3054519"/>
                  <a:pt x="5921090" y="3019188"/>
                  <a:pt x="6008949" y="3019188"/>
                </a:cubicBezTo>
                <a:cubicBezTo>
                  <a:pt x="6047742" y="3019188"/>
                  <a:pt x="6082829" y="3027175"/>
                  <a:pt x="6114207" y="3043149"/>
                </a:cubicBezTo>
                <a:cubicBezTo>
                  <a:pt x="6145585" y="3059124"/>
                  <a:pt x="6172113" y="3081944"/>
                  <a:pt x="6193793" y="3111610"/>
                </a:cubicBezTo>
                <a:cubicBezTo>
                  <a:pt x="6206914" y="3129296"/>
                  <a:pt x="6219466" y="3157251"/>
                  <a:pt x="6231446" y="3195475"/>
                </a:cubicBezTo>
                <a:lnTo>
                  <a:pt x="6573751" y="3119312"/>
                </a:lnTo>
                <a:cubicBezTo>
                  <a:pt x="6529822" y="2986954"/>
                  <a:pt x="6462644" y="2888827"/>
                  <a:pt x="6372219" y="2824930"/>
                </a:cubicBezTo>
                <a:cubicBezTo>
                  <a:pt x="6281793" y="2761033"/>
                  <a:pt x="6157565" y="2729085"/>
                  <a:pt x="5999535" y="272908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32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A6C14F-7367-CC63-96DE-305CB263A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9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F6FCB4-7BC8-8CE0-C1EF-BC951EA8E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4866" y="0"/>
            <a:ext cx="12259733" cy="686274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436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-up of chess pieces on a chessboard">
            <a:extLst>
              <a:ext uri="{FF2B5EF4-FFF2-40B4-BE49-F238E27FC236}">
                <a16:creationId xmlns:a16="http://schemas.microsoft.com/office/drawing/2014/main" id="{65E64247-B990-4FAF-3929-4A3B5F761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AE226-AD4A-D744-B737-D28CE9AFA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714" y="757237"/>
            <a:ext cx="6638925" cy="5343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27E19C-5317-4D13-73B9-2D29530288DC}"/>
              </a:ext>
            </a:extLst>
          </p:cNvPr>
          <p:cNvSpPr txBox="1"/>
          <p:nvPr/>
        </p:nvSpPr>
        <p:spPr>
          <a:xfrm>
            <a:off x="424206" y="735291"/>
            <a:ext cx="40063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A 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GAME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CHANGING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PLATFORM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IN A 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CODING</a:t>
            </a:r>
          </a:p>
          <a:p>
            <a:r>
              <a:rPr lang="en-IN" sz="4800" dirty="0">
                <a:solidFill>
                  <a:schemeClr val="bg2"/>
                </a:solidFill>
                <a:latin typeface="Arial Rounded MT Bold" panose="020F0704030504030204" pitchFamily="34" charset="0"/>
              </a:rPr>
              <a:t>WORLD.</a:t>
            </a:r>
          </a:p>
        </p:txBody>
      </p:sp>
    </p:spTree>
    <p:extLst>
      <p:ext uri="{BB962C8B-B14F-4D97-AF65-F5344CB8AC3E}">
        <p14:creationId xmlns:p14="http://schemas.microsoft.com/office/powerpoint/2010/main" val="374386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31 at 12.36.03 AM">
            <a:hlinkClick r:id="" action="ppaction://media"/>
            <a:extLst>
              <a:ext uri="{FF2B5EF4-FFF2-40B4-BE49-F238E27FC236}">
                <a16:creationId xmlns:a16="http://schemas.microsoft.com/office/drawing/2014/main" id="{8F6068CA-E6F6-EBB9-0E25-83AA6CCD1A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12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506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4A41B-C7AD-1606-13C9-15CFEB527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3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2E50C-8997-D13D-453C-6C9F052FA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09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40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FEB8-257E-F83A-23AA-3C8D5376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bstract background of node and mesh">
            <a:extLst>
              <a:ext uri="{FF2B5EF4-FFF2-40B4-BE49-F238E27FC236}">
                <a16:creationId xmlns:a16="http://schemas.microsoft.com/office/drawing/2014/main" id="{7A21BFEC-96CE-CAFF-4539-B49874032E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704503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C7AC2D-8AD4-E452-49DA-5CD2357F4AA7}"/>
              </a:ext>
            </a:extLst>
          </p:cNvPr>
          <p:cNvSpPr/>
          <p:nvPr/>
        </p:nvSpPr>
        <p:spPr>
          <a:xfrm>
            <a:off x="0" y="0"/>
            <a:ext cx="12192000" cy="7045036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122148" y="4443502"/>
                </a:moveTo>
                <a:lnTo>
                  <a:pt x="4122170" y="4443508"/>
                </a:lnTo>
                <a:lnTo>
                  <a:pt x="4122174" y="4443523"/>
                </a:lnTo>
                <a:close/>
                <a:moveTo>
                  <a:pt x="6394475" y="4442956"/>
                </a:moveTo>
                <a:lnTo>
                  <a:pt x="6396676" y="4443652"/>
                </a:lnTo>
                <a:lnTo>
                  <a:pt x="6396676" y="4444305"/>
                </a:lnTo>
                <a:close/>
                <a:moveTo>
                  <a:pt x="6843867" y="4420976"/>
                </a:moveTo>
                <a:cubicBezTo>
                  <a:pt x="6848258" y="4432212"/>
                  <a:pt x="6855811" y="4442779"/>
                  <a:pt x="6866527" y="4452676"/>
                </a:cubicBezTo>
                <a:lnTo>
                  <a:pt x="6862731" y="4459708"/>
                </a:lnTo>
                <a:lnTo>
                  <a:pt x="6740506" y="4459708"/>
                </a:lnTo>
                <a:lnTo>
                  <a:pt x="6742292" y="4462722"/>
                </a:lnTo>
                <a:lnTo>
                  <a:pt x="6864182" y="4462722"/>
                </a:lnTo>
                <a:lnTo>
                  <a:pt x="6869987" y="4452676"/>
                </a:lnTo>
                <a:lnTo>
                  <a:pt x="6868201" y="4450890"/>
                </a:lnTo>
                <a:cubicBezTo>
                  <a:pt x="6858453" y="4441365"/>
                  <a:pt x="6851532" y="4431840"/>
                  <a:pt x="6847439" y="4422315"/>
                </a:cubicBezTo>
                <a:close/>
                <a:moveTo>
                  <a:pt x="6062817" y="4420976"/>
                </a:moveTo>
                <a:cubicBezTo>
                  <a:pt x="6067208" y="4432212"/>
                  <a:pt x="6074761" y="4442779"/>
                  <a:pt x="6085477" y="4452676"/>
                </a:cubicBezTo>
                <a:lnTo>
                  <a:pt x="6081681" y="4459708"/>
                </a:lnTo>
                <a:lnTo>
                  <a:pt x="5959456" y="4459708"/>
                </a:lnTo>
                <a:lnTo>
                  <a:pt x="5961242" y="4462722"/>
                </a:lnTo>
                <a:lnTo>
                  <a:pt x="6083132" y="4462722"/>
                </a:lnTo>
                <a:lnTo>
                  <a:pt x="6088937" y="4452676"/>
                </a:lnTo>
                <a:lnTo>
                  <a:pt x="6087151" y="4450890"/>
                </a:lnTo>
                <a:cubicBezTo>
                  <a:pt x="6077403" y="4441365"/>
                  <a:pt x="6070482" y="4431840"/>
                  <a:pt x="6066390" y="4422315"/>
                </a:cubicBezTo>
                <a:close/>
                <a:moveTo>
                  <a:pt x="6454049" y="4382802"/>
                </a:moveTo>
                <a:lnTo>
                  <a:pt x="6454049" y="4383471"/>
                </a:lnTo>
                <a:cubicBezTo>
                  <a:pt x="6462086" y="4392029"/>
                  <a:pt x="6466104" y="4402000"/>
                  <a:pt x="6466104" y="4413386"/>
                </a:cubicBezTo>
                <a:cubicBezTo>
                  <a:pt x="6466104" y="4426855"/>
                  <a:pt x="6460877" y="4438333"/>
                  <a:pt x="6450422" y="4447821"/>
                </a:cubicBezTo>
                <a:cubicBezTo>
                  <a:pt x="6439966" y="4457309"/>
                  <a:pt x="6427298" y="4462053"/>
                  <a:pt x="6412415" y="4462053"/>
                </a:cubicBezTo>
                <a:cubicBezTo>
                  <a:pt x="6404824" y="4462053"/>
                  <a:pt x="6397606" y="4461234"/>
                  <a:pt x="6390760" y="4459597"/>
                </a:cubicBezTo>
                <a:lnTo>
                  <a:pt x="6373571" y="4455467"/>
                </a:lnTo>
                <a:cubicBezTo>
                  <a:pt x="6367841" y="4454127"/>
                  <a:pt x="6362743" y="4453458"/>
                  <a:pt x="6358278" y="4453458"/>
                </a:cubicBezTo>
                <a:cubicBezTo>
                  <a:pt x="6354260" y="4453458"/>
                  <a:pt x="6350316" y="4454351"/>
                  <a:pt x="6346447" y="4456137"/>
                </a:cubicBezTo>
                <a:lnTo>
                  <a:pt x="6347786" y="4459374"/>
                </a:lnTo>
                <a:cubicBezTo>
                  <a:pt x="6351358" y="4457662"/>
                  <a:pt x="6355265" y="4456806"/>
                  <a:pt x="6359506" y="4456806"/>
                </a:cubicBezTo>
                <a:cubicBezTo>
                  <a:pt x="6364269" y="4456806"/>
                  <a:pt x="6368734" y="4457327"/>
                  <a:pt x="6372901" y="4458369"/>
                </a:cubicBezTo>
                <a:lnTo>
                  <a:pt x="6390760" y="4462722"/>
                </a:lnTo>
                <a:cubicBezTo>
                  <a:pt x="6397234" y="4464359"/>
                  <a:pt x="6404490" y="4465178"/>
                  <a:pt x="6412526" y="4465178"/>
                </a:cubicBezTo>
                <a:cubicBezTo>
                  <a:pt x="6428302" y="4465178"/>
                  <a:pt x="6441697" y="4460248"/>
                  <a:pt x="6452710" y="4450388"/>
                </a:cubicBezTo>
                <a:cubicBezTo>
                  <a:pt x="6463723" y="4440528"/>
                  <a:pt x="6469230" y="4428492"/>
                  <a:pt x="6469230" y="4414279"/>
                </a:cubicBezTo>
                <a:cubicBezTo>
                  <a:pt x="6469230" y="4400959"/>
                  <a:pt x="6464170" y="4390466"/>
                  <a:pt x="6454049" y="4382802"/>
                </a:cubicBezTo>
                <a:close/>
                <a:moveTo>
                  <a:pt x="6360623" y="4378783"/>
                </a:moveTo>
                <a:cubicBezTo>
                  <a:pt x="6361664" y="4383471"/>
                  <a:pt x="6364939" y="4387173"/>
                  <a:pt x="6370445" y="4389889"/>
                </a:cubicBezTo>
                <a:cubicBezTo>
                  <a:pt x="6375952" y="4392606"/>
                  <a:pt x="6386742" y="4395824"/>
                  <a:pt x="6402815" y="4399545"/>
                </a:cubicBezTo>
                <a:cubicBezTo>
                  <a:pt x="6413903" y="4402149"/>
                  <a:pt x="6421400" y="4404344"/>
                  <a:pt x="6425307" y="4406130"/>
                </a:cubicBezTo>
                <a:cubicBezTo>
                  <a:pt x="6429214" y="4407916"/>
                  <a:pt x="6432841" y="4410744"/>
                  <a:pt x="6436190" y="4414614"/>
                </a:cubicBezTo>
                <a:lnTo>
                  <a:pt x="6436971" y="4414167"/>
                </a:lnTo>
                <a:cubicBezTo>
                  <a:pt x="6435260" y="4409702"/>
                  <a:pt x="6432376" y="4406372"/>
                  <a:pt x="6428321" y="4404177"/>
                </a:cubicBezTo>
                <a:cubicBezTo>
                  <a:pt x="6424265" y="4401982"/>
                  <a:pt x="6416135" y="4399359"/>
                  <a:pt x="6403931" y="4396308"/>
                </a:cubicBezTo>
                <a:lnTo>
                  <a:pt x="6385960" y="4391843"/>
                </a:lnTo>
                <a:cubicBezTo>
                  <a:pt x="6374054" y="4388941"/>
                  <a:pt x="6366873" y="4385294"/>
                  <a:pt x="6364418" y="4380904"/>
                </a:cubicBezTo>
                <a:close/>
                <a:moveTo>
                  <a:pt x="8044278" y="4363156"/>
                </a:moveTo>
                <a:cubicBezTo>
                  <a:pt x="8045915" y="4370226"/>
                  <a:pt x="8049115" y="4378151"/>
                  <a:pt x="8053877" y="4386932"/>
                </a:cubicBezTo>
                <a:lnTo>
                  <a:pt x="8055217" y="4389387"/>
                </a:lnTo>
                <a:cubicBezTo>
                  <a:pt x="8050305" y="4388717"/>
                  <a:pt x="8045841" y="4388383"/>
                  <a:pt x="8041822" y="4388383"/>
                </a:cubicBezTo>
                <a:cubicBezTo>
                  <a:pt x="8038548" y="4388383"/>
                  <a:pt x="8035646" y="4388717"/>
                  <a:pt x="8033116" y="4389387"/>
                </a:cubicBezTo>
                <a:lnTo>
                  <a:pt x="8052984" y="4441961"/>
                </a:lnTo>
                <a:lnTo>
                  <a:pt x="8073076" y="4459708"/>
                </a:lnTo>
                <a:lnTo>
                  <a:pt x="8013805" y="4459708"/>
                </a:lnTo>
                <a:lnTo>
                  <a:pt x="8015926" y="4462722"/>
                </a:lnTo>
                <a:lnTo>
                  <a:pt x="8080555" y="4462722"/>
                </a:lnTo>
                <a:lnTo>
                  <a:pt x="8055663" y="4440733"/>
                </a:lnTo>
                <a:lnTo>
                  <a:pt x="8037023" y="4391285"/>
                </a:lnTo>
                <a:cubicBezTo>
                  <a:pt x="8038213" y="4391210"/>
                  <a:pt x="8038957" y="4391173"/>
                  <a:pt x="8039255" y="4391173"/>
                </a:cubicBezTo>
                <a:cubicBezTo>
                  <a:pt x="8041115" y="4391173"/>
                  <a:pt x="8044092" y="4391359"/>
                  <a:pt x="8048185" y="4391731"/>
                </a:cubicBezTo>
                <a:lnTo>
                  <a:pt x="8057226" y="4392513"/>
                </a:lnTo>
                <a:cubicBezTo>
                  <a:pt x="8057449" y="4392513"/>
                  <a:pt x="8058379" y="4392624"/>
                  <a:pt x="8060016" y="4392847"/>
                </a:cubicBezTo>
                <a:cubicBezTo>
                  <a:pt x="8053468" y="4381164"/>
                  <a:pt x="8049375" y="4371974"/>
                  <a:pt x="8047738" y="4365277"/>
                </a:cubicBezTo>
                <a:close/>
                <a:moveTo>
                  <a:pt x="6820985" y="4353892"/>
                </a:moveTo>
                <a:lnTo>
                  <a:pt x="6820985" y="4403228"/>
                </a:lnTo>
                <a:lnTo>
                  <a:pt x="6823776" y="4404679"/>
                </a:lnTo>
                <a:lnTo>
                  <a:pt x="6823776" y="4355343"/>
                </a:lnTo>
                <a:close/>
                <a:moveTo>
                  <a:pt x="6039935" y="4353892"/>
                </a:moveTo>
                <a:lnTo>
                  <a:pt x="6039935" y="4403228"/>
                </a:lnTo>
                <a:lnTo>
                  <a:pt x="6042726" y="4404679"/>
                </a:lnTo>
                <a:lnTo>
                  <a:pt x="6042726" y="4355343"/>
                </a:lnTo>
                <a:close/>
                <a:moveTo>
                  <a:pt x="7987128" y="4346190"/>
                </a:moveTo>
                <a:lnTo>
                  <a:pt x="8002420" y="4387266"/>
                </a:lnTo>
                <a:cubicBezTo>
                  <a:pt x="7998030" y="4391210"/>
                  <a:pt x="7994234" y="4395191"/>
                  <a:pt x="7991035" y="4399210"/>
                </a:cubicBezTo>
                <a:lnTo>
                  <a:pt x="7989918" y="4397536"/>
                </a:lnTo>
                <a:cubicBezTo>
                  <a:pt x="7986123" y="4391880"/>
                  <a:pt x="7982998" y="4387713"/>
                  <a:pt x="7980542" y="4385034"/>
                </a:cubicBezTo>
                <a:lnTo>
                  <a:pt x="7975966" y="4379899"/>
                </a:lnTo>
                <a:cubicBezTo>
                  <a:pt x="7975891" y="4379751"/>
                  <a:pt x="7975519" y="4379304"/>
                  <a:pt x="7974850" y="4378560"/>
                </a:cubicBezTo>
                <a:close/>
                <a:moveTo>
                  <a:pt x="5248351" y="4339773"/>
                </a:moveTo>
                <a:lnTo>
                  <a:pt x="5249472" y="4340944"/>
                </a:lnTo>
                <a:lnTo>
                  <a:pt x="5248533" y="4340218"/>
                </a:lnTo>
                <a:close/>
                <a:moveTo>
                  <a:pt x="5638378" y="4338047"/>
                </a:moveTo>
                <a:lnTo>
                  <a:pt x="5638546" y="4338153"/>
                </a:lnTo>
                <a:lnTo>
                  <a:pt x="5638394" y="4338080"/>
                </a:lnTo>
                <a:close/>
                <a:moveTo>
                  <a:pt x="4552528" y="4338046"/>
                </a:moveTo>
                <a:lnTo>
                  <a:pt x="4552696" y="4338153"/>
                </a:lnTo>
                <a:lnTo>
                  <a:pt x="4552544" y="4338079"/>
                </a:lnTo>
                <a:close/>
                <a:moveTo>
                  <a:pt x="7982105" y="4333242"/>
                </a:moveTo>
                <a:lnTo>
                  <a:pt x="7985230" y="4341837"/>
                </a:lnTo>
                <a:lnTo>
                  <a:pt x="7970943" y="4379565"/>
                </a:lnTo>
                <a:cubicBezTo>
                  <a:pt x="7977863" y="4386039"/>
                  <a:pt x="7983928" y="4393294"/>
                  <a:pt x="7989137" y="4401331"/>
                </a:cubicBezTo>
                <a:cubicBezTo>
                  <a:pt x="7988542" y="4402000"/>
                  <a:pt x="7988132" y="4402484"/>
                  <a:pt x="7987909" y="4402782"/>
                </a:cubicBezTo>
                <a:lnTo>
                  <a:pt x="7986347" y="4404679"/>
                </a:lnTo>
                <a:cubicBezTo>
                  <a:pt x="7986272" y="4404828"/>
                  <a:pt x="7985900" y="4405237"/>
                  <a:pt x="7985230" y="4405907"/>
                </a:cubicBezTo>
                <a:cubicBezTo>
                  <a:pt x="7984561" y="4405014"/>
                  <a:pt x="7984189" y="4404530"/>
                  <a:pt x="7984114" y="4404456"/>
                </a:cubicBezTo>
                <a:lnTo>
                  <a:pt x="7978980" y="4397312"/>
                </a:lnTo>
                <a:cubicBezTo>
                  <a:pt x="7974887" y="4391657"/>
                  <a:pt x="7970013" y="4385927"/>
                  <a:pt x="7964357" y="4380123"/>
                </a:cubicBezTo>
                <a:close/>
                <a:moveTo>
                  <a:pt x="5210181" y="4330674"/>
                </a:moveTo>
                <a:lnTo>
                  <a:pt x="5221678" y="4330674"/>
                </a:lnTo>
                <a:cubicBezTo>
                  <a:pt x="5229194" y="4330674"/>
                  <a:pt x="5235017" y="4331437"/>
                  <a:pt x="5239147" y="4332963"/>
                </a:cubicBezTo>
                <a:lnTo>
                  <a:pt x="5248533" y="4340218"/>
                </a:lnTo>
                <a:lnTo>
                  <a:pt x="5252932" y="4350990"/>
                </a:lnTo>
                <a:cubicBezTo>
                  <a:pt x="5252932" y="4360217"/>
                  <a:pt x="5249490" y="4366989"/>
                  <a:pt x="5242607" y="4371305"/>
                </a:cubicBezTo>
                <a:cubicBezTo>
                  <a:pt x="5235724" y="4375621"/>
                  <a:pt x="5224915" y="4377779"/>
                  <a:pt x="5210181" y="4377779"/>
                </a:cubicBezTo>
                <a:close/>
                <a:moveTo>
                  <a:pt x="5609078" y="4326433"/>
                </a:moveTo>
                <a:lnTo>
                  <a:pt x="5617053" y="4327772"/>
                </a:lnTo>
                <a:lnTo>
                  <a:pt x="5638394" y="4338080"/>
                </a:lnTo>
                <a:lnTo>
                  <a:pt x="5641671" y="4345074"/>
                </a:lnTo>
                <a:cubicBezTo>
                  <a:pt x="5641671" y="4354301"/>
                  <a:pt x="5638118" y="4361798"/>
                  <a:pt x="5631011" y="4367565"/>
                </a:cubicBezTo>
                <a:cubicBezTo>
                  <a:pt x="5623905" y="4373332"/>
                  <a:pt x="5613022" y="4377555"/>
                  <a:pt x="5598362" y="4380234"/>
                </a:cubicBezTo>
                <a:lnTo>
                  <a:pt x="5597134" y="4380457"/>
                </a:lnTo>
                <a:lnTo>
                  <a:pt x="5597134" y="4327772"/>
                </a:lnTo>
                <a:cubicBezTo>
                  <a:pt x="5600557" y="4326879"/>
                  <a:pt x="5604539" y="4326433"/>
                  <a:pt x="5609078" y="4326433"/>
                </a:cubicBezTo>
                <a:close/>
                <a:moveTo>
                  <a:pt x="4523228" y="4326433"/>
                </a:moveTo>
                <a:lnTo>
                  <a:pt x="4531203" y="4327772"/>
                </a:lnTo>
                <a:lnTo>
                  <a:pt x="4552544" y="4338079"/>
                </a:lnTo>
                <a:lnTo>
                  <a:pt x="4555821" y="4345074"/>
                </a:lnTo>
                <a:cubicBezTo>
                  <a:pt x="4555821" y="4354301"/>
                  <a:pt x="4552268" y="4361798"/>
                  <a:pt x="4545162" y="4367565"/>
                </a:cubicBezTo>
                <a:cubicBezTo>
                  <a:pt x="4538055" y="4373332"/>
                  <a:pt x="4527171" y="4377555"/>
                  <a:pt x="4512512" y="4380234"/>
                </a:cubicBezTo>
                <a:lnTo>
                  <a:pt x="4511284" y="4380457"/>
                </a:lnTo>
                <a:lnTo>
                  <a:pt x="4511284" y="4327772"/>
                </a:lnTo>
                <a:cubicBezTo>
                  <a:pt x="4514707" y="4326879"/>
                  <a:pt x="4518689" y="4326433"/>
                  <a:pt x="4523228" y="4326433"/>
                </a:cubicBezTo>
                <a:close/>
                <a:moveTo>
                  <a:pt x="8419324" y="4326210"/>
                </a:moveTo>
                <a:lnTo>
                  <a:pt x="8413297" y="4326321"/>
                </a:lnTo>
                <a:lnTo>
                  <a:pt x="8413297" y="4442630"/>
                </a:lnTo>
                <a:lnTo>
                  <a:pt x="8428254" y="4459708"/>
                </a:lnTo>
                <a:lnTo>
                  <a:pt x="8374788" y="4459708"/>
                </a:lnTo>
                <a:lnTo>
                  <a:pt x="8377355" y="4462722"/>
                </a:lnTo>
                <a:lnTo>
                  <a:pt x="8434394" y="4462722"/>
                </a:lnTo>
                <a:lnTo>
                  <a:pt x="8416646" y="4441737"/>
                </a:lnTo>
                <a:lnTo>
                  <a:pt x="8416199" y="4329558"/>
                </a:lnTo>
                <a:cubicBezTo>
                  <a:pt x="8418060" y="4329335"/>
                  <a:pt x="8419846" y="4329223"/>
                  <a:pt x="8421557" y="4329223"/>
                </a:cubicBezTo>
                <a:cubicBezTo>
                  <a:pt x="8429222" y="4329223"/>
                  <a:pt x="8435919" y="4331084"/>
                  <a:pt x="8441648" y="4334804"/>
                </a:cubicBezTo>
                <a:cubicBezTo>
                  <a:pt x="8440012" y="4331381"/>
                  <a:pt x="8437686" y="4329093"/>
                  <a:pt x="8434672" y="4327940"/>
                </a:cubicBezTo>
                <a:cubicBezTo>
                  <a:pt x="8431658" y="4326786"/>
                  <a:pt x="8426542" y="4326210"/>
                  <a:pt x="8419324" y="4326210"/>
                </a:cubicBezTo>
                <a:close/>
                <a:moveTo>
                  <a:pt x="7600175" y="4326210"/>
                </a:moveTo>
                <a:lnTo>
                  <a:pt x="7594147" y="4326321"/>
                </a:lnTo>
                <a:lnTo>
                  <a:pt x="7594147" y="4442630"/>
                </a:lnTo>
                <a:lnTo>
                  <a:pt x="7609104" y="4459708"/>
                </a:lnTo>
                <a:lnTo>
                  <a:pt x="7555638" y="4459708"/>
                </a:lnTo>
                <a:lnTo>
                  <a:pt x="7558205" y="4462722"/>
                </a:lnTo>
                <a:lnTo>
                  <a:pt x="7615244" y="4462722"/>
                </a:lnTo>
                <a:lnTo>
                  <a:pt x="7597496" y="4441737"/>
                </a:lnTo>
                <a:lnTo>
                  <a:pt x="7597049" y="4329558"/>
                </a:lnTo>
                <a:cubicBezTo>
                  <a:pt x="7598910" y="4329335"/>
                  <a:pt x="7600696" y="4329223"/>
                  <a:pt x="7602407" y="4329223"/>
                </a:cubicBezTo>
                <a:cubicBezTo>
                  <a:pt x="7610072" y="4329223"/>
                  <a:pt x="7616769" y="4331084"/>
                  <a:pt x="7622499" y="4334804"/>
                </a:cubicBezTo>
                <a:cubicBezTo>
                  <a:pt x="7620862" y="4331381"/>
                  <a:pt x="7618536" y="4329093"/>
                  <a:pt x="7615523" y="4327940"/>
                </a:cubicBezTo>
                <a:cubicBezTo>
                  <a:pt x="7612509" y="4326786"/>
                  <a:pt x="7607393" y="4326210"/>
                  <a:pt x="7600175" y="4326210"/>
                </a:cubicBezTo>
                <a:close/>
                <a:moveTo>
                  <a:pt x="2647175" y="4326210"/>
                </a:moveTo>
                <a:lnTo>
                  <a:pt x="2641147" y="4326321"/>
                </a:lnTo>
                <a:lnTo>
                  <a:pt x="2641147" y="4442630"/>
                </a:lnTo>
                <a:lnTo>
                  <a:pt x="2656105" y="4459708"/>
                </a:lnTo>
                <a:lnTo>
                  <a:pt x="2602638" y="4459708"/>
                </a:lnTo>
                <a:lnTo>
                  <a:pt x="2605205" y="4462722"/>
                </a:lnTo>
                <a:lnTo>
                  <a:pt x="2662244" y="4462722"/>
                </a:lnTo>
                <a:lnTo>
                  <a:pt x="2644496" y="4441737"/>
                </a:lnTo>
                <a:lnTo>
                  <a:pt x="2644050" y="4329558"/>
                </a:lnTo>
                <a:cubicBezTo>
                  <a:pt x="2645910" y="4329335"/>
                  <a:pt x="2647696" y="4329223"/>
                  <a:pt x="2649407" y="4329223"/>
                </a:cubicBezTo>
                <a:cubicBezTo>
                  <a:pt x="2657072" y="4329223"/>
                  <a:pt x="2663769" y="4331084"/>
                  <a:pt x="2669499" y="4334804"/>
                </a:cubicBezTo>
                <a:cubicBezTo>
                  <a:pt x="2667862" y="4331381"/>
                  <a:pt x="2665537" y="4329093"/>
                  <a:pt x="2662523" y="4327940"/>
                </a:cubicBezTo>
                <a:cubicBezTo>
                  <a:pt x="2659509" y="4326786"/>
                  <a:pt x="2654393" y="4326210"/>
                  <a:pt x="2647175" y="4326210"/>
                </a:cubicBezTo>
                <a:close/>
                <a:moveTo>
                  <a:pt x="9119077" y="4325317"/>
                </a:moveTo>
                <a:cubicBezTo>
                  <a:pt x="9097348" y="4325317"/>
                  <a:pt x="9086484" y="4345967"/>
                  <a:pt x="9086484" y="4387266"/>
                </a:cubicBezTo>
                <a:cubicBezTo>
                  <a:pt x="9086484" y="4401926"/>
                  <a:pt x="9088065" y="4413553"/>
                  <a:pt x="9091228" y="4422148"/>
                </a:cubicBezTo>
                <a:cubicBezTo>
                  <a:pt x="9094390" y="4430743"/>
                  <a:pt x="9099692" y="4437682"/>
                  <a:pt x="9107134" y="4442965"/>
                </a:cubicBezTo>
                <a:lnTo>
                  <a:pt x="9108138" y="4441849"/>
                </a:lnTo>
                <a:cubicBezTo>
                  <a:pt x="9096009" y="4432696"/>
                  <a:pt x="9089944" y="4414055"/>
                  <a:pt x="9089944" y="4385927"/>
                </a:cubicBezTo>
                <a:cubicBezTo>
                  <a:pt x="9089944" y="4347455"/>
                  <a:pt x="9099730" y="4328219"/>
                  <a:pt x="9119300" y="4328219"/>
                </a:cubicBezTo>
                <a:lnTo>
                  <a:pt x="9137335" y="4333650"/>
                </a:lnTo>
                <a:lnTo>
                  <a:pt x="9140843" y="4335251"/>
                </a:lnTo>
                <a:lnTo>
                  <a:pt x="9138946" y="4334135"/>
                </a:lnTo>
                <a:lnTo>
                  <a:pt x="9137335" y="4333650"/>
                </a:lnTo>
                <a:close/>
                <a:moveTo>
                  <a:pt x="3727927" y="4325317"/>
                </a:moveTo>
                <a:cubicBezTo>
                  <a:pt x="3706199" y="4325317"/>
                  <a:pt x="3695334" y="4345967"/>
                  <a:pt x="3695334" y="4387266"/>
                </a:cubicBezTo>
                <a:cubicBezTo>
                  <a:pt x="3695334" y="4401926"/>
                  <a:pt x="3696916" y="4413553"/>
                  <a:pt x="3700078" y="4422148"/>
                </a:cubicBezTo>
                <a:cubicBezTo>
                  <a:pt x="3703241" y="4430743"/>
                  <a:pt x="3708543" y="4437682"/>
                  <a:pt x="3715984" y="4442965"/>
                </a:cubicBezTo>
                <a:lnTo>
                  <a:pt x="3716989" y="4441849"/>
                </a:lnTo>
                <a:cubicBezTo>
                  <a:pt x="3704859" y="4432696"/>
                  <a:pt x="3698794" y="4414055"/>
                  <a:pt x="3698794" y="4385927"/>
                </a:cubicBezTo>
                <a:cubicBezTo>
                  <a:pt x="3698794" y="4347455"/>
                  <a:pt x="3708580" y="4328219"/>
                  <a:pt x="3728151" y="4328219"/>
                </a:cubicBezTo>
                <a:lnTo>
                  <a:pt x="3746186" y="4333650"/>
                </a:lnTo>
                <a:lnTo>
                  <a:pt x="3749694" y="4335251"/>
                </a:lnTo>
                <a:lnTo>
                  <a:pt x="3747796" y="4334135"/>
                </a:lnTo>
                <a:lnTo>
                  <a:pt x="3746186" y="4333650"/>
                </a:lnTo>
                <a:close/>
                <a:moveTo>
                  <a:pt x="3023078" y="4325317"/>
                </a:moveTo>
                <a:cubicBezTo>
                  <a:pt x="3001349" y="4325317"/>
                  <a:pt x="2990484" y="4345967"/>
                  <a:pt x="2990484" y="4387266"/>
                </a:cubicBezTo>
                <a:cubicBezTo>
                  <a:pt x="2990484" y="4401926"/>
                  <a:pt x="2992066" y="4413553"/>
                  <a:pt x="2995228" y="4422148"/>
                </a:cubicBezTo>
                <a:cubicBezTo>
                  <a:pt x="2998391" y="4430743"/>
                  <a:pt x="3003693" y="4437682"/>
                  <a:pt x="3011134" y="4442965"/>
                </a:cubicBezTo>
                <a:lnTo>
                  <a:pt x="3012139" y="4441849"/>
                </a:lnTo>
                <a:cubicBezTo>
                  <a:pt x="3000009" y="4432696"/>
                  <a:pt x="2993944" y="4414055"/>
                  <a:pt x="2993944" y="4385927"/>
                </a:cubicBezTo>
                <a:cubicBezTo>
                  <a:pt x="2993944" y="4347455"/>
                  <a:pt x="3003730" y="4328219"/>
                  <a:pt x="3023301" y="4328219"/>
                </a:cubicBezTo>
                <a:lnTo>
                  <a:pt x="3041337" y="4333650"/>
                </a:lnTo>
                <a:lnTo>
                  <a:pt x="3044844" y="4335251"/>
                </a:lnTo>
                <a:lnTo>
                  <a:pt x="3042946" y="4334135"/>
                </a:lnTo>
                <a:lnTo>
                  <a:pt x="3041337" y="4333650"/>
                </a:lnTo>
                <a:close/>
                <a:moveTo>
                  <a:pt x="5663437" y="4322749"/>
                </a:moveTo>
                <a:cubicBezTo>
                  <a:pt x="5669316" y="4331381"/>
                  <a:pt x="5672255" y="4339344"/>
                  <a:pt x="5672255" y="4346636"/>
                </a:cubicBezTo>
                <a:cubicBezTo>
                  <a:pt x="5672255" y="4364347"/>
                  <a:pt x="5660870" y="4377518"/>
                  <a:pt x="5638100" y="4386150"/>
                </a:cubicBezTo>
                <a:lnTo>
                  <a:pt x="5638769" y="4388048"/>
                </a:lnTo>
                <a:cubicBezTo>
                  <a:pt x="5651047" y="4419450"/>
                  <a:pt x="5667902" y="4442296"/>
                  <a:pt x="5689334" y="4456583"/>
                </a:cubicBezTo>
                <a:cubicBezTo>
                  <a:pt x="5673260" y="4460973"/>
                  <a:pt x="5658117" y="4467820"/>
                  <a:pt x="5643903" y="4477121"/>
                </a:cubicBezTo>
                <a:lnTo>
                  <a:pt x="5646136" y="4478907"/>
                </a:lnTo>
                <a:lnTo>
                  <a:pt x="5647140" y="4478238"/>
                </a:lnTo>
                <a:cubicBezTo>
                  <a:pt x="5662098" y="4468936"/>
                  <a:pt x="5678097" y="4462015"/>
                  <a:pt x="5695138" y="4457476"/>
                </a:cubicBezTo>
                <a:cubicBezTo>
                  <a:pt x="5683752" y="4450183"/>
                  <a:pt x="5674339" y="4441961"/>
                  <a:pt x="5666897" y="4432808"/>
                </a:cubicBezTo>
                <a:cubicBezTo>
                  <a:pt x="5654991" y="4418148"/>
                  <a:pt x="5646694" y="4403154"/>
                  <a:pt x="5642006" y="4387824"/>
                </a:cubicBezTo>
                <a:cubicBezTo>
                  <a:pt x="5663809" y="4378969"/>
                  <a:pt x="5674711" y="4365984"/>
                  <a:pt x="5674711" y="4348869"/>
                </a:cubicBezTo>
                <a:cubicBezTo>
                  <a:pt x="5674711" y="4338302"/>
                  <a:pt x="5670953" y="4329595"/>
                  <a:pt x="5663437" y="4322749"/>
                </a:cubicBezTo>
                <a:close/>
                <a:moveTo>
                  <a:pt x="4577587" y="4322749"/>
                </a:moveTo>
                <a:cubicBezTo>
                  <a:pt x="4583466" y="4331381"/>
                  <a:pt x="4586405" y="4339344"/>
                  <a:pt x="4586405" y="4346636"/>
                </a:cubicBezTo>
                <a:cubicBezTo>
                  <a:pt x="4586405" y="4364347"/>
                  <a:pt x="4575020" y="4377518"/>
                  <a:pt x="4552249" y="4386150"/>
                </a:cubicBezTo>
                <a:lnTo>
                  <a:pt x="4552919" y="4388048"/>
                </a:lnTo>
                <a:cubicBezTo>
                  <a:pt x="4565197" y="4419450"/>
                  <a:pt x="4582052" y="4442296"/>
                  <a:pt x="4603483" y="4456583"/>
                </a:cubicBezTo>
                <a:cubicBezTo>
                  <a:pt x="4587410" y="4460973"/>
                  <a:pt x="4572267" y="4467820"/>
                  <a:pt x="4558054" y="4477121"/>
                </a:cubicBezTo>
                <a:lnTo>
                  <a:pt x="4560287" y="4478907"/>
                </a:lnTo>
                <a:lnTo>
                  <a:pt x="4561290" y="4478238"/>
                </a:lnTo>
                <a:cubicBezTo>
                  <a:pt x="4576248" y="4468936"/>
                  <a:pt x="4592247" y="4462015"/>
                  <a:pt x="4609288" y="4457476"/>
                </a:cubicBezTo>
                <a:cubicBezTo>
                  <a:pt x="4597902" y="4450183"/>
                  <a:pt x="4588489" y="4441961"/>
                  <a:pt x="4581048" y="4432808"/>
                </a:cubicBezTo>
                <a:cubicBezTo>
                  <a:pt x="4569141" y="4418148"/>
                  <a:pt x="4560844" y="4403154"/>
                  <a:pt x="4556156" y="4387824"/>
                </a:cubicBezTo>
                <a:cubicBezTo>
                  <a:pt x="4577959" y="4378969"/>
                  <a:pt x="4588861" y="4365984"/>
                  <a:pt x="4588861" y="4348869"/>
                </a:cubicBezTo>
                <a:cubicBezTo>
                  <a:pt x="4588861" y="4338302"/>
                  <a:pt x="4585103" y="4329595"/>
                  <a:pt x="4577587" y="4322749"/>
                </a:cubicBezTo>
                <a:close/>
                <a:moveTo>
                  <a:pt x="6401811" y="4322526"/>
                </a:moveTo>
                <a:cubicBezTo>
                  <a:pt x="6395113" y="4322526"/>
                  <a:pt x="6389681" y="4324349"/>
                  <a:pt x="6385514" y="4327996"/>
                </a:cubicBezTo>
                <a:cubicBezTo>
                  <a:pt x="6381347" y="4331642"/>
                  <a:pt x="6379263" y="4336367"/>
                  <a:pt x="6379263" y="4342171"/>
                </a:cubicBezTo>
                <a:cubicBezTo>
                  <a:pt x="6379263" y="4350506"/>
                  <a:pt x="6384175" y="4356868"/>
                  <a:pt x="6393997" y="4361259"/>
                </a:cubicBezTo>
                <a:lnTo>
                  <a:pt x="6394555" y="4360366"/>
                </a:lnTo>
                <a:lnTo>
                  <a:pt x="6393662" y="4359808"/>
                </a:lnTo>
                <a:cubicBezTo>
                  <a:pt x="6386147" y="4354003"/>
                  <a:pt x="6382389" y="4348348"/>
                  <a:pt x="6382389" y="4342841"/>
                </a:cubicBezTo>
                <a:cubicBezTo>
                  <a:pt x="6382389" y="4337781"/>
                  <a:pt x="6384249" y="4333614"/>
                  <a:pt x="6387970" y="4330340"/>
                </a:cubicBezTo>
                <a:cubicBezTo>
                  <a:pt x="6391690" y="4327065"/>
                  <a:pt x="6396378" y="4325428"/>
                  <a:pt x="6402034" y="4325428"/>
                </a:cubicBezTo>
                <a:cubicBezTo>
                  <a:pt x="6411410" y="4325428"/>
                  <a:pt x="6420191" y="4329782"/>
                  <a:pt x="6428377" y="4338488"/>
                </a:cubicBezTo>
                <a:lnTo>
                  <a:pt x="6429158" y="4338041"/>
                </a:lnTo>
                <a:cubicBezTo>
                  <a:pt x="6426925" y="4333130"/>
                  <a:pt x="6423409" y="4329316"/>
                  <a:pt x="6418610" y="4326600"/>
                </a:cubicBezTo>
                <a:cubicBezTo>
                  <a:pt x="6413810" y="4323884"/>
                  <a:pt x="6408210" y="4322526"/>
                  <a:pt x="6401811" y="4322526"/>
                </a:cubicBezTo>
                <a:close/>
                <a:moveTo>
                  <a:pt x="5271907" y="4322303"/>
                </a:moveTo>
                <a:cubicBezTo>
                  <a:pt x="5276670" y="4327810"/>
                  <a:pt x="5279944" y="4332702"/>
                  <a:pt x="5281730" y="4336981"/>
                </a:cubicBezTo>
                <a:cubicBezTo>
                  <a:pt x="5283517" y="4341260"/>
                  <a:pt x="5284409" y="4346301"/>
                  <a:pt x="5284409" y="4352106"/>
                </a:cubicBezTo>
                <a:cubicBezTo>
                  <a:pt x="5284409" y="4366096"/>
                  <a:pt x="5279758" y="4376476"/>
                  <a:pt x="5270456" y="4383248"/>
                </a:cubicBezTo>
                <a:cubicBezTo>
                  <a:pt x="5261155" y="4390020"/>
                  <a:pt x="5246904" y="4393406"/>
                  <a:pt x="5227705" y="4393406"/>
                </a:cubicBezTo>
                <a:cubicBezTo>
                  <a:pt x="5220413" y="4393406"/>
                  <a:pt x="5213530" y="4393220"/>
                  <a:pt x="5207056" y="4392847"/>
                </a:cubicBezTo>
                <a:lnTo>
                  <a:pt x="5207056" y="4443189"/>
                </a:lnTo>
                <a:lnTo>
                  <a:pt x="5221343" y="4459708"/>
                </a:lnTo>
                <a:lnTo>
                  <a:pt x="5168770" y="4459708"/>
                </a:lnTo>
                <a:lnTo>
                  <a:pt x="5171784" y="4462722"/>
                </a:lnTo>
                <a:lnTo>
                  <a:pt x="5227705" y="4462722"/>
                </a:lnTo>
                <a:lnTo>
                  <a:pt x="5210181" y="4441961"/>
                </a:lnTo>
                <a:lnTo>
                  <a:pt x="5210181" y="4395861"/>
                </a:lnTo>
                <a:cubicBezTo>
                  <a:pt x="5212785" y="4396010"/>
                  <a:pt x="5215985" y="4396084"/>
                  <a:pt x="5219780" y="4396084"/>
                </a:cubicBezTo>
                <a:cubicBezTo>
                  <a:pt x="5242626" y="4396084"/>
                  <a:pt x="5258774" y="4393406"/>
                  <a:pt x="5268224" y="4388048"/>
                </a:cubicBezTo>
                <a:cubicBezTo>
                  <a:pt x="5280726" y="4380978"/>
                  <a:pt x="5286977" y="4369370"/>
                  <a:pt x="5286977" y="4353222"/>
                </a:cubicBezTo>
                <a:cubicBezTo>
                  <a:pt x="5286977" y="4346078"/>
                  <a:pt x="5285600" y="4339697"/>
                  <a:pt x="5282846" y="4334079"/>
                </a:cubicBezTo>
                <a:cubicBezTo>
                  <a:pt x="5280093" y="4328461"/>
                  <a:pt x="5276447" y="4324535"/>
                  <a:pt x="5271907" y="4322303"/>
                </a:cubicBezTo>
                <a:close/>
                <a:moveTo>
                  <a:pt x="5214088" y="4321410"/>
                </a:moveTo>
                <a:cubicBezTo>
                  <a:pt x="5227705" y="4321410"/>
                  <a:pt x="5237584" y="4323754"/>
                  <a:pt x="5243723" y="4328442"/>
                </a:cubicBezTo>
                <a:lnTo>
                  <a:pt x="5248351" y="4339773"/>
                </a:lnTo>
                <a:lnTo>
                  <a:pt x="5239482" y="4330507"/>
                </a:lnTo>
                <a:cubicBezTo>
                  <a:pt x="5235575" y="4328833"/>
                  <a:pt x="5228859" y="4327996"/>
                  <a:pt x="5219334" y="4327996"/>
                </a:cubicBezTo>
                <a:lnTo>
                  <a:pt x="5207056" y="4327996"/>
                </a:lnTo>
                <a:lnTo>
                  <a:pt x="5207056" y="4377779"/>
                </a:lnTo>
                <a:cubicBezTo>
                  <a:pt x="5206386" y="4377853"/>
                  <a:pt x="5205902" y="4377890"/>
                  <a:pt x="5205605" y="4377890"/>
                </a:cubicBezTo>
                <a:lnTo>
                  <a:pt x="5202703" y="4377779"/>
                </a:lnTo>
                <a:lnTo>
                  <a:pt x="5201251" y="4377779"/>
                </a:lnTo>
                <a:lnTo>
                  <a:pt x="5201251" y="4321856"/>
                </a:lnTo>
                <a:cubicBezTo>
                  <a:pt x="5206311" y="4321559"/>
                  <a:pt x="5210590" y="4321410"/>
                  <a:pt x="5214088" y="4321410"/>
                </a:cubicBezTo>
                <a:close/>
                <a:moveTo>
                  <a:pt x="9585654" y="4318619"/>
                </a:moveTo>
                <a:cubicBezTo>
                  <a:pt x="9577914" y="4319959"/>
                  <a:pt x="9572686" y="4322694"/>
                  <a:pt x="9569970" y="4326824"/>
                </a:cubicBezTo>
                <a:cubicBezTo>
                  <a:pt x="9567254" y="4330954"/>
                  <a:pt x="9565896" y="4338265"/>
                  <a:pt x="9565896" y="4348757"/>
                </a:cubicBezTo>
                <a:lnTo>
                  <a:pt x="9565896" y="4459708"/>
                </a:lnTo>
                <a:lnTo>
                  <a:pt x="9543460" y="4459708"/>
                </a:lnTo>
                <a:lnTo>
                  <a:pt x="9544912" y="4462722"/>
                </a:lnTo>
                <a:lnTo>
                  <a:pt x="9568910" y="4462722"/>
                </a:lnTo>
                <a:lnTo>
                  <a:pt x="9568910" y="4347641"/>
                </a:lnTo>
                <a:cubicBezTo>
                  <a:pt x="9568910" y="4339083"/>
                  <a:pt x="9569934" y="4333000"/>
                  <a:pt x="9571980" y="4329391"/>
                </a:cubicBezTo>
                <a:cubicBezTo>
                  <a:pt x="9574026" y="4325782"/>
                  <a:pt x="9577914" y="4323308"/>
                  <a:pt x="9583644" y="4321968"/>
                </a:cubicBezTo>
                <a:close/>
                <a:moveTo>
                  <a:pt x="7261554" y="4318619"/>
                </a:moveTo>
                <a:cubicBezTo>
                  <a:pt x="7253814" y="4319959"/>
                  <a:pt x="7248587" y="4322694"/>
                  <a:pt x="7245871" y="4326824"/>
                </a:cubicBezTo>
                <a:cubicBezTo>
                  <a:pt x="7243155" y="4330954"/>
                  <a:pt x="7241797" y="4338265"/>
                  <a:pt x="7241797" y="4348757"/>
                </a:cubicBezTo>
                <a:lnTo>
                  <a:pt x="7241797" y="4459708"/>
                </a:lnTo>
                <a:lnTo>
                  <a:pt x="7219361" y="4459708"/>
                </a:lnTo>
                <a:lnTo>
                  <a:pt x="7220812" y="4462722"/>
                </a:lnTo>
                <a:lnTo>
                  <a:pt x="7244810" y="4462722"/>
                </a:lnTo>
                <a:lnTo>
                  <a:pt x="7244810" y="4347641"/>
                </a:lnTo>
                <a:cubicBezTo>
                  <a:pt x="7244810" y="4339083"/>
                  <a:pt x="7245834" y="4333000"/>
                  <a:pt x="7247880" y="4329391"/>
                </a:cubicBezTo>
                <a:cubicBezTo>
                  <a:pt x="7249926" y="4325782"/>
                  <a:pt x="7253814" y="4323308"/>
                  <a:pt x="7259544" y="4321968"/>
                </a:cubicBezTo>
                <a:close/>
                <a:moveTo>
                  <a:pt x="9116956" y="4318508"/>
                </a:moveTo>
                <a:cubicBezTo>
                  <a:pt x="9128268" y="4318508"/>
                  <a:pt x="9136974" y="4323345"/>
                  <a:pt x="9143076" y="4333019"/>
                </a:cubicBezTo>
                <a:cubicBezTo>
                  <a:pt x="9148880" y="4342320"/>
                  <a:pt x="9151782" y="4358766"/>
                  <a:pt x="9151782" y="4382355"/>
                </a:cubicBezTo>
                <a:cubicBezTo>
                  <a:pt x="9151782" y="4403191"/>
                  <a:pt x="9148768" y="4419023"/>
                  <a:pt x="9142741" y="4429850"/>
                </a:cubicBezTo>
                <a:cubicBezTo>
                  <a:pt x="9136714" y="4440677"/>
                  <a:pt x="9127932" y="4446091"/>
                  <a:pt x="9116398" y="4446091"/>
                </a:cubicBezTo>
                <a:cubicBezTo>
                  <a:pt x="9091618" y="4446091"/>
                  <a:pt x="9079228" y="4425664"/>
                  <a:pt x="9079228" y="4384811"/>
                </a:cubicBezTo>
                <a:cubicBezTo>
                  <a:pt x="9079228" y="4340609"/>
                  <a:pt x="9091804" y="4318508"/>
                  <a:pt x="9116956" y="4318508"/>
                </a:cubicBezTo>
                <a:close/>
                <a:moveTo>
                  <a:pt x="3725807" y="4318508"/>
                </a:moveTo>
                <a:cubicBezTo>
                  <a:pt x="3737118" y="4318508"/>
                  <a:pt x="3745824" y="4323345"/>
                  <a:pt x="3751926" y="4333019"/>
                </a:cubicBezTo>
                <a:cubicBezTo>
                  <a:pt x="3757730" y="4342320"/>
                  <a:pt x="3760633" y="4358766"/>
                  <a:pt x="3760633" y="4382355"/>
                </a:cubicBezTo>
                <a:cubicBezTo>
                  <a:pt x="3760633" y="4403191"/>
                  <a:pt x="3757619" y="4419023"/>
                  <a:pt x="3751591" y="4429850"/>
                </a:cubicBezTo>
                <a:cubicBezTo>
                  <a:pt x="3745564" y="4440677"/>
                  <a:pt x="3736783" y="4446091"/>
                  <a:pt x="3725249" y="4446091"/>
                </a:cubicBezTo>
                <a:cubicBezTo>
                  <a:pt x="3700469" y="4446091"/>
                  <a:pt x="3688079" y="4425664"/>
                  <a:pt x="3688079" y="4384811"/>
                </a:cubicBezTo>
                <a:cubicBezTo>
                  <a:pt x="3688079" y="4340609"/>
                  <a:pt x="3700655" y="4318508"/>
                  <a:pt x="3725807" y="4318508"/>
                </a:cubicBezTo>
                <a:close/>
                <a:moveTo>
                  <a:pt x="3020957" y="4318508"/>
                </a:moveTo>
                <a:cubicBezTo>
                  <a:pt x="3032268" y="4318508"/>
                  <a:pt x="3040974" y="4323345"/>
                  <a:pt x="3047076" y="4333019"/>
                </a:cubicBezTo>
                <a:cubicBezTo>
                  <a:pt x="3052880" y="4342320"/>
                  <a:pt x="3055782" y="4358766"/>
                  <a:pt x="3055782" y="4382355"/>
                </a:cubicBezTo>
                <a:cubicBezTo>
                  <a:pt x="3055782" y="4403191"/>
                  <a:pt x="3052769" y="4419023"/>
                  <a:pt x="3046741" y="4429850"/>
                </a:cubicBezTo>
                <a:cubicBezTo>
                  <a:pt x="3040714" y="4440677"/>
                  <a:pt x="3031933" y="4446091"/>
                  <a:pt x="3020399" y="4446091"/>
                </a:cubicBezTo>
                <a:cubicBezTo>
                  <a:pt x="2995619" y="4446091"/>
                  <a:pt x="2983229" y="4425664"/>
                  <a:pt x="2983229" y="4384811"/>
                </a:cubicBezTo>
                <a:cubicBezTo>
                  <a:pt x="2983229" y="4340609"/>
                  <a:pt x="2995805" y="4318508"/>
                  <a:pt x="3020957" y="4318508"/>
                </a:cubicBezTo>
                <a:close/>
                <a:moveTo>
                  <a:pt x="5607850" y="4316499"/>
                </a:moveTo>
                <a:cubicBezTo>
                  <a:pt x="5617598" y="4316499"/>
                  <a:pt x="5625672" y="4319196"/>
                  <a:pt x="5632072" y="4324591"/>
                </a:cubicBezTo>
                <a:lnTo>
                  <a:pt x="5638378" y="4338047"/>
                </a:lnTo>
                <a:lnTo>
                  <a:pt x="5624035" y="4328944"/>
                </a:lnTo>
                <a:lnTo>
                  <a:pt x="5617053" y="4327772"/>
                </a:lnTo>
                <a:lnTo>
                  <a:pt x="5608966" y="4323866"/>
                </a:lnTo>
                <a:cubicBezTo>
                  <a:pt x="5603236" y="4323866"/>
                  <a:pt x="5598325" y="4324424"/>
                  <a:pt x="5594232" y="4325540"/>
                </a:cubicBezTo>
                <a:lnTo>
                  <a:pt x="5594232" y="4380457"/>
                </a:lnTo>
                <a:cubicBezTo>
                  <a:pt x="5592297" y="4380830"/>
                  <a:pt x="5590251" y="4381016"/>
                  <a:pt x="5588093" y="4381016"/>
                </a:cubicBezTo>
                <a:lnTo>
                  <a:pt x="5588093" y="4320852"/>
                </a:lnTo>
                <a:cubicBezTo>
                  <a:pt x="5593451" y="4317950"/>
                  <a:pt x="5600036" y="4316499"/>
                  <a:pt x="5607850" y="4316499"/>
                </a:cubicBezTo>
                <a:close/>
                <a:moveTo>
                  <a:pt x="4522001" y="4316499"/>
                </a:moveTo>
                <a:cubicBezTo>
                  <a:pt x="4531748" y="4316499"/>
                  <a:pt x="4539822" y="4319196"/>
                  <a:pt x="4546223" y="4324591"/>
                </a:cubicBezTo>
                <a:lnTo>
                  <a:pt x="4552528" y="4338046"/>
                </a:lnTo>
                <a:lnTo>
                  <a:pt x="4538185" y="4328944"/>
                </a:lnTo>
                <a:lnTo>
                  <a:pt x="4531203" y="4327772"/>
                </a:lnTo>
                <a:lnTo>
                  <a:pt x="4523116" y="4323866"/>
                </a:lnTo>
                <a:cubicBezTo>
                  <a:pt x="4517387" y="4323866"/>
                  <a:pt x="4512475" y="4324424"/>
                  <a:pt x="4508383" y="4325540"/>
                </a:cubicBezTo>
                <a:lnTo>
                  <a:pt x="4508383" y="4380457"/>
                </a:lnTo>
                <a:cubicBezTo>
                  <a:pt x="4506447" y="4380830"/>
                  <a:pt x="4504401" y="4381016"/>
                  <a:pt x="4502243" y="4381016"/>
                </a:cubicBezTo>
                <a:lnTo>
                  <a:pt x="4502243" y="4320852"/>
                </a:lnTo>
                <a:cubicBezTo>
                  <a:pt x="4507601" y="4317950"/>
                  <a:pt x="4514187" y="4316499"/>
                  <a:pt x="4522001" y="4316499"/>
                </a:cubicBezTo>
                <a:close/>
                <a:moveTo>
                  <a:pt x="6855030" y="4315829"/>
                </a:moveTo>
                <a:cubicBezTo>
                  <a:pt x="6847142" y="4325428"/>
                  <a:pt x="6840705" y="4335995"/>
                  <a:pt x="6835719" y="4347529"/>
                </a:cubicBezTo>
                <a:lnTo>
                  <a:pt x="6837617" y="4349873"/>
                </a:lnTo>
                <a:cubicBezTo>
                  <a:pt x="6840668" y="4341613"/>
                  <a:pt x="6846732" y="4331381"/>
                  <a:pt x="6855811" y="4319178"/>
                </a:cubicBezTo>
                <a:lnTo>
                  <a:pt x="6856592" y="4318173"/>
                </a:lnTo>
                <a:close/>
                <a:moveTo>
                  <a:pt x="6073980" y="4315829"/>
                </a:moveTo>
                <a:cubicBezTo>
                  <a:pt x="6066092" y="4325428"/>
                  <a:pt x="6059655" y="4335995"/>
                  <a:pt x="6054669" y="4347529"/>
                </a:cubicBezTo>
                <a:lnTo>
                  <a:pt x="6056567" y="4349873"/>
                </a:lnTo>
                <a:cubicBezTo>
                  <a:pt x="6059618" y="4341613"/>
                  <a:pt x="6065682" y="4331381"/>
                  <a:pt x="6074761" y="4319178"/>
                </a:cubicBezTo>
                <a:lnTo>
                  <a:pt x="6075542" y="4318173"/>
                </a:lnTo>
                <a:close/>
                <a:moveTo>
                  <a:pt x="4193499" y="4315606"/>
                </a:moveTo>
                <a:lnTo>
                  <a:pt x="4176868" y="4329223"/>
                </a:lnTo>
                <a:lnTo>
                  <a:pt x="4176868" y="4400661"/>
                </a:lnTo>
                <a:cubicBezTo>
                  <a:pt x="4176868" y="4421795"/>
                  <a:pt x="4175082" y="4435859"/>
                  <a:pt x="4171510" y="4442854"/>
                </a:cubicBezTo>
                <a:cubicBezTo>
                  <a:pt x="4164813" y="4455802"/>
                  <a:pt x="4151195" y="4462276"/>
                  <a:pt x="4130657" y="4462276"/>
                </a:cubicBezTo>
                <a:lnTo>
                  <a:pt x="4105743" y="4456599"/>
                </a:lnTo>
                <a:lnTo>
                  <a:pt x="4090584" y="4451560"/>
                </a:lnTo>
                <a:lnTo>
                  <a:pt x="4091478" y="4452007"/>
                </a:lnTo>
                <a:lnTo>
                  <a:pt x="4095384" y="4454239"/>
                </a:lnTo>
                <a:lnTo>
                  <a:pt x="4105743" y="4456599"/>
                </a:lnTo>
                <a:lnTo>
                  <a:pt x="4131884" y="4465290"/>
                </a:lnTo>
                <a:cubicBezTo>
                  <a:pt x="4153092" y="4465290"/>
                  <a:pt x="4167343" y="4458295"/>
                  <a:pt x="4174635" y="4444305"/>
                </a:cubicBezTo>
                <a:cubicBezTo>
                  <a:pt x="4178207" y="4437384"/>
                  <a:pt x="4179993" y="4422576"/>
                  <a:pt x="4179993" y="4399880"/>
                </a:cubicBezTo>
                <a:lnTo>
                  <a:pt x="4179993" y="4330563"/>
                </a:lnTo>
                <a:lnTo>
                  <a:pt x="4195173" y="4317950"/>
                </a:lnTo>
                <a:close/>
                <a:moveTo>
                  <a:pt x="8469219" y="4315159"/>
                </a:moveTo>
                <a:lnTo>
                  <a:pt x="8468661" y="4315829"/>
                </a:lnTo>
                <a:cubicBezTo>
                  <a:pt x="8463526" y="4321856"/>
                  <a:pt x="8458206" y="4332572"/>
                  <a:pt x="8452699" y="4347976"/>
                </a:cubicBezTo>
                <a:lnTo>
                  <a:pt x="8452364" y="4348980"/>
                </a:lnTo>
                <a:lnTo>
                  <a:pt x="8454820" y="4351101"/>
                </a:lnTo>
                <a:lnTo>
                  <a:pt x="8455266" y="4349985"/>
                </a:lnTo>
                <a:cubicBezTo>
                  <a:pt x="8460922" y="4334804"/>
                  <a:pt x="8466317" y="4323940"/>
                  <a:pt x="8471452" y="4317392"/>
                </a:cubicBezTo>
                <a:close/>
                <a:moveTo>
                  <a:pt x="7650069" y="4315159"/>
                </a:moveTo>
                <a:lnTo>
                  <a:pt x="7649511" y="4315829"/>
                </a:lnTo>
                <a:cubicBezTo>
                  <a:pt x="7644377" y="4321856"/>
                  <a:pt x="7639056" y="4332572"/>
                  <a:pt x="7633549" y="4347976"/>
                </a:cubicBezTo>
                <a:lnTo>
                  <a:pt x="7633215" y="4348980"/>
                </a:lnTo>
                <a:lnTo>
                  <a:pt x="7635670" y="4351101"/>
                </a:lnTo>
                <a:lnTo>
                  <a:pt x="7636117" y="4349985"/>
                </a:lnTo>
                <a:cubicBezTo>
                  <a:pt x="7641772" y="4334804"/>
                  <a:pt x="7647167" y="4323940"/>
                  <a:pt x="7652302" y="4317392"/>
                </a:cubicBezTo>
                <a:close/>
                <a:moveTo>
                  <a:pt x="2697069" y="4315159"/>
                </a:moveTo>
                <a:lnTo>
                  <a:pt x="2696511" y="4315829"/>
                </a:lnTo>
                <a:cubicBezTo>
                  <a:pt x="2691377" y="4321856"/>
                  <a:pt x="2686056" y="4332572"/>
                  <a:pt x="2680550" y="4347976"/>
                </a:cubicBezTo>
                <a:lnTo>
                  <a:pt x="2680215" y="4348980"/>
                </a:lnTo>
                <a:lnTo>
                  <a:pt x="2682670" y="4351101"/>
                </a:lnTo>
                <a:lnTo>
                  <a:pt x="2683117" y="4349985"/>
                </a:lnTo>
                <a:cubicBezTo>
                  <a:pt x="2688772" y="4334804"/>
                  <a:pt x="2694167" y="4323940"/>
                  <a:pt x="2699302" y="4317392"/>
                </a:cubicBezTo>
                <a:close/>
                <a:moveTo>
                  <a:pt x="6458068" y="4314824"/>
                </a:moveTo>
                <a:lnTo>
                  <a:pt x="6457510" y="4315717"/>
                </a:lnTo>
                <a:lnTo>
                  <a:pt x="6449919" y="4330451"/>
                </a:lnTo>
                <a:cubicBezTo>
                  <a:pt x="6445827" y="4338339"/>
                  <a:pt x="6442701" y="4344739"/>
                  <a:pt x="6440543" y="4349650"/>
                </a:cubicBezTo>
                <a:lnTo>
                  <a:pt x="6440097" y="4350655"/>
                </a:lnTo>
                <a:lnTo>
                  <a:pt x="6442776" y="4351771"/>
                </a:lnTo>
                <a:lnTo>
                  <a:pt x="6443334" y="4350990"/>
                </a:lnTo>
                <a:cubicBezTo>
                  <a:pt x="6444003" y="4349724"/>
                  <a:pt x="6446943" y="4343623"/>
                  <a:pt x="6452152" y="4332684"/>
                </a:cubicBezTo>
                <a:cubicBezTo>
                  <a:pt x="6454310" y="4327996"/>
                  <a:pt x="6456914" y="4323084"/>
                  <a:pt x="6459965" y="4317950"/>
                </a:cubicBezTo>
                <a:lnTo>
                  <a:pt x="6460970" y="4316275"/>
                </a:lnTo>
                <a:close/>
                <a:moveTo>
                  <a:pt x="9152564" y="4314601"/>
                </a:moveTo>
                <a:lnTo>
                  <a:pt x="9152564" y="4315829"/>
                </a:lnTo>
                <a:cubicBezTo>
                  <a:pt x="9162610" y="4321856"/>
                  <a:pt x="9170367" y="4330972"/>
                  <a:pt x="9175836" y="4343176"/>
                </a:cubicBezTo>
                <a:cubicBezTo>
                  <a:pt x="9181306" y="4355380"/>
                  <a:pt x="9184040" y="4369630"/>
                  <a:pt x="9184040" y="4385927"/>
                </a:cubicBezTo>
                <a:cubicBezTo>
                  <a:pt x="9184040" y="4407805"/>
                  <a:pt x="9178050" y="4425776"/>
                  <a:pt x="9166070" y="4439840"/>
                </a:cubicBezTo>
                <a:cubicBezTo>
                  <a:pt x="9154089" y="4453904"/>
                  <a:pt x="9138760" y="4460936"/>
                  <a:pt x="9120082" y="4460936"/>
                </a:cubicBezTo>
                <a:cubicBezTo>
                  <a:pt x="9106166" y="4460936"/>
                  <a:pt x="9094595" y="4457550"/>
                  <a:pt x="9085368" y="4450779"/>
                </a:cubicBezTo>
                <a:lnTo>
                  <a:pt x="9085368" y="4451337"/>
                </a:lnTo>
                <a:cubicBezTo>
                  <a:pt x="9096381" y="4459895"/>
                  <a:pt x="9108212" y="4464173"/>
                  <a:pt x="9120863" y="4464173"/>
                </a:cubicBezTo>
                <a:cubicBezTo>
                  <a:pt x="9140657" y="4464173"/>
                  <a:pt x="9156638" y="4456806"/>
                  <a:pt x="9168804" y="4442072"/>
                </a:cubicBezTo>
                <a:cubicBezTo>
                  <a:pt x="9180971" y="4427338"/>
                  <a:pt x="9187054" y="4407991"/>
                  <a:pt x="9187054" y="4384029"/>
                </a:cubicBezTo>
                <a:cubicBezTo>
                  <a:pt x="9187054" y="4367733"/>
                  <a:pt x="9183966" y="4353371"/>
                  <a:pt x="9177790" y="4340944"/>
                </a:cubicBezTo>
                <a:cubicBezTo>
                  <a:pt x="9171614" y="4328516"/>
                  <a:pt x="9163204" y="4319736"/>
                  <a:pt x="9152564" y="4314601"/>
                </a:cubicBezTo>
                <a:close/>
                <a:moveTo>
                  <a:pt x="3761414" y="4314601"/>
                </a:moveTo>
                <a:lnTo>
                  <a:pt x="3761414" y="4315829"/>
                </a:lnTo>
                <a:cubicBezTo>
                  <a:pt x="3771460" y="4321856"/>
                  <a:pt x="3779218" y="4330972"/>
                  <a:pt x="3784687" y="4343176"/>
                </a:cubicBezTo>
                <a:cubicBezTo>
                  <a:pt x="3790157" y="4355380"/>
                  <a:pt x="3792891" y="4369630"/>
                  <a:pt x="3792891" y="4385927"/>
                </a:cubicBezTo>
                <a:cubicBezTo>
                  <a:pt x="3792891" y="4407805"/>
                  <a:pt x="3786901" y="4425776"/>
                  <a:pt x="3774920" y="4439840"/>
                </a:cubicBezTo>
                <a:cubicBezTo>
                  <a:pt x="3762939" y="4453904"/>
                  <a:pt x="3747610" y="4460936"/>
                  <a:pt x="3728932" y="4460936"/>
                </a:cubicBezTo>
                <a:cubicBezTo>
                  <a:pt x="3715017" y="4460936"/>
                  <a:pt x="3703445" y="4457550"/>
                  <a:pt x="3694218" y="4450779"/>
                </a:cubicBezTo>
                <a:lnTo>
                  <a:pt x="3694218" y="4451337"/>
                </a:lnTo>
                <a:cubicBezTo>
                  <a:pt x="3705231" y="4459895"/>
                  <a:pt x="3717063" y="4464173"/>
                  <a:pt x="3729714" y="4464173"/>
                </a:cubicBezTo>
                <a:cubicBezTo>
                  <a:pt x="3749508" y="4464173"/>
                  <a:pt x="3765488" y="4456806"/>
                  <a:pt x="3777655" y="4442072"/>
                </a:cubicBezTo>
                <a:cubicBezTo>
                  <a:pt x="3789822" y="4427338"/>
                  <a:pt x="3795905" y="4407991"/>
                  <a:pt x="3795905" y="4384029"/>
                </a:cubicBezTo>
                <a:cubicBezTo>
                  <a:pt x="3795905" y="4367733"/>
                  <a:pt x="3792817" y="4353371"/>
                  <a:pt x="3786640" y="4340944"/>
                </a:cubicBezTo>
                <a:cubicBezTo>
                  <a:pt x="3780464" y="4328516"/>
                  <a:pt x="3772055" y="4319736"/>
                  <a:pt x="3761414" y="4314601"/>
                </a:cubicBezTo>
                <a:close/>
                <a:moveTo>
                  <a:pt x="3056564" y="4314601"/>
                </a:moveTo>
                <a:lnTo>
                  <a:pt x="3056564" y="4315829"/>
                </a:lnTo>
                <a:cubicBezTo>
                  <a:pt x="3066610" y="4321856"/>
                  <a:pt x="3074367" y="4330972"/>
                  <a:pt x="3079837" y="4343176"/>
                </a:cubicBezTo>
                <a:cubicBezTo>
                  <a:pt x="3085306" y="4355380"/>
                  <a:pt x="3088041" y="4369630"/>
                  <a:pt x="3088041" y="4385927"/>
                </a:cubicBezTo>
                <a:cubicBezTo>
                  <a:pt x="3088041" y="4407805"/>
                  <a:pt x="3082051" y="4425776"/>
                  <a:pt x="3070070" y="4439840"/>
                </a:cubicBezTo>
                <a:cubicBezTo>
                  <a:pt x="3058089" y="4453904"/>
                  <a:pt x="3042760" y="4460936"/>
                  <a:pt x="3024082" y="4460936"/>
                </a:cubicBezTo>
                <a:cubicBezTo>
                  <a:pt x="3010167" y="4460936"/>
                  <a:pt x="2998595" y="4457550"/>
                  <a:pt x="2989368" y="4450779"/>
                </a:cubicBezTo>
                <a:lnTo>
                  <a:pt x="2989368" y="4451337"/>
                </a:lnTo>
                <a:cubicBezTo>
                  <a:pt x="3000381" y="4459895"/>
                  <a:pt x="3012213" y="4464173"/>
                  <a:pt x="3024864" y="4464173"/>
                </a:cubicBezTo>
                <a:cubicBezTo>
                  <a:pt x="3044658" y="4464173"/>
                  <a:pt x="3060638" y="4456806"/>
                  <a:pt x="3072805" y="4442072"/>
                </a:cubicBezTo>
                <a:cubicBezTo>
                  <a:pt x="3084971" y="4427338"/>
                  <a:pt x="3091055" y="4407991"/>
                  <a:pt x="3091055" y="4384029"/>
                </a:cubicBezTo>
                <a:cubicBezTo>
                  <a:pt x="3091055" y="4367733"/>
                  <a:pt x="3087967" y="4353371"/>
                  <a:pt x="3081790" y="4340944"/>
                </a:cubicBezTo>
                <a:cubicBezTo>
                  <a:pt x="3075614" y="4328516"/>
                  <a:pt x="3067205" y="4319736"/>
                  <a:pt x="3056564" y="4314601"/>
                </a:cubicBezTo>
                <a:close/>
                <a:moveTo>
                  <a:pt x="8786520" y="4314489"/>
                </a:moveTo>
                <a:lnTo>
                  <a:pt x="8773908" y="4326991"/>
                </a:lnTo>
                <a:lnTo>
                  <a:pt x="8773908" y="4442854"/>
                </a:lnTo>
                <a:lnTo>
                  <a:pt x="8789200" y="4459708"/>
                </a:lnTo>
                <a:lnTo>
                  <a:pt x="8734952" y="4459708"/>
                </a:lnTo>
                <a:lnTo>
                  <a:pt x="8737742" y="4462722"/>
                </a:lnTo>
                <a:lnTo>
                  <a:pt x="8795785" y="4462722"/>
                </a:lnTo>
                <a:lnTo>
                  <a:pt x="8777033" y="4441737"/>
                </a:lnTo>
                <a:lnTo>
                  <a:pt x="8777033" y="4327996"/>
                </a:lnTo>
                <a:lnTo>
                  <a:pt x="8788418" y="4316722"/>
                </a:lnTo>
                <a:close/>
                <a:moveTo>
                  <a:pt x="9455280" y="4310359"/>
                </a:moveTo>
                <a:lnTo>
                  <a:pt x="9470126" y="4322749"/>
                </a:lnTo>
                <a:lnTo>
                  <a:pt x="9470126" y="4412046"/>
                </a:lnTo>
                <a:cubicBezTo>
                  <a:pt x="9470126" y="4425441"/>
                  <a:pt x="9468637" y="4434891"/>
                  <a:pt x="9465660" y="4440398"/>
                </a:cubicBezTo>
                <a:cubicBezTo>
                  <a:pt x="9462684" y="4445905"/>
                  <a:pt x="9456656" y="4450295"/>
                  <a:pt x="9447578" y="4453569"/>
                </a:cubicBezTo>
                <a:lnTo>
                  <a:pt x="9499594" y="4453569"/>
                </a:lnTo>
                <a:lnTo>
                  <a:pt x="9505398" y="4459708"/>
                </a:lnTo>
                <a:lnTo>
                  <a:pt x="9449476" y="4459708"/>
                </a:lnTo>
                <a:lnTo>
                  <a:pt x="9451262" y="4462722"/>
                </a:lnTo>
                <a:lnTo>
                  <a:pt x="9511760" y="4462722"/>
                </a:lnTo>
                <a:lnTo>
                  <a:pt x="9502049" y="4452341"/>
                </a:lnTo>
                <a:cubicBezTo>
                  <a:pt x="9492152" y="4449439"/>
                  <a:pt x="9485864" y="4444826"/>
                  <a:pt x="9483185" y="4438500"/>
                </a:cubicBezTo>
                <a:cubicBezTo>
                  <a:pt x="9480506" y="4432175"/>
                  <a:pt x="9479167" y="4418818"/>
                  <a:pt x="9479167" y="4398428"/>
                </a:cubicBezTo>
                <a:lnTo>
                  <a:pt x="9479167" y="4334135"/>
                </a:lnTo>
                <a:lnTo>
                  <a:pt x="9485194" y="4345855"/>
                </a:lnTo>
                <a:lnTo>
                  <a:pt x="9485194" y="4406912"/>
                </a:lnTo>
                <a:lnTo>
                  <a:pt x="9485082" y="4417404"/>
                </a:lnTo>
                <a:cubicBezTo>
                  <a:pt x="9485082" y="4426669"/>
                  <a:pt x="9486366" y="4434045"/>
                  <a:pt x="9488934" y="4439533"/>
                </a:cubicBezTo>
                <a:lnTo>
                  <a:pt x="9499519" y="4449428"/>
                </a:lnTo>
                <a:lnTo>
                  <a:pt x="9499594" y="4449551"/>
                </a:lnTo>
                <a:lnTo>
                  <a:pt x="9500486" y="4450332"/>
                </a:lnTo>
                <a:lnTo>
                  <a:pt x="9499519" y="4449428"/>
                </a:lnTo>
                <a:lnTo>
                  <a:pt x="9489436" y="4433031"/>
                </a:lnTo>
                <a:lnTo>
                  <a:pt x="9488096" y="4416958"/>
                </a:lnTo>
                <a:lnTo>
                  <a:pt x="9488208" y="4411935"/>
                </a:lnTo>
                <a:lnTo>
                  <a:pt x="9488208" y="4351324"/>
                </a:lnTo>
                <a:lnTo>
                  <a:pt x="9540893" y="4453569"/>
                </a:lnTo>
                <a:lnTo>
                  <a:pt x="9559757" y="4453569"/>
                </a:lnTo>
                <a:lnTo>
                  <a:pt x="9559757" y="4355231"/>
                </a:lnTo>
                <a:lnTo>
                  <a:pt x="9559757" y="4347976"/>
                </a:lnTo>
                <a:cubicBezTo>
                  <a:pt x="9559757" y="4336590"/>
                  <a:pt x="9561618" y="4328070"/>
                  <a:pt x="9565338" y="4322415"/>
                </a:cubicBezTo>
                <a:cubicBezTo>
                  <a:pt x="9567794" y="4318768"/>
                  <a:pt x="9573264" y="4314750"/>
                  <a:pt x="9581746" y="4310359"/>
                </a:cubicBezTo>
                <a:lnTo>
                  <a:pt x="9531070" y="4310359"/>
                </a:lnTo>
                <a:cubicBezTo>
                  <a:pt x="9539405" y="4314378"/>
                  <a:pt x="9544632" y="4318564"/>
                  <a:pt x="9546754" y="4322917"/>
                </a:cubicBezTo>
                <a:cubicBezTo>
                  <a:pt x="9548874" y="4327270"/>
                  <a:pt x="9549934" y="4335921"/>
                  <a:pt x="9549934" y="4348869"/>
                </a:cubicBezTo>
                <a:lnTo>
                  <a:pt x="9549934" y="4354785"/>
                </a:lnTo>
                <a:lnTo>
                  <a:pt x="9549934" y="4406912"/>
                </a:lnTo>
                <a:lnTo>
                  <a:pt x="9507518" y="4323642"/>
                </a:lnTo>
                <a:lnTo>
                  <a:pt x="9521360" y="4314266"/>
                </a:lnTo>
                <a:lnTo>
                  <a:pt x="9519239" y="4312145"/>
                </a:lnTo>
                <a:lnTo>
                  <a:pt x="9503612" y="4322749"/>
                </a:lnTo>
                <a:lnTo>
                  <a:pt x="9549934" y="4412939"/>
                </a:lnTo>
                <a:lnTo>
                  <a:pt x="9549934" y="4426334"/>
                </a:lnTo>
                <a:lnTo>
                  <a:pt x="9495910" y="4320963"/>
                </a:lnTo>
                <a:lnTo>
                  <a:pt x="9511760" y="4310359"/>
                </a:lnTo>
                <a:close/>
                <a:moveTo>
                  <a:pt x="8730487" y="4310359"/>
                </a:moveTo>
                <a:lnTo>
                  <a:pt x="8746002" y="4324312"/>
                </a:lnTo>
                <a:lnTo>
                  <a:pt x="8746002" y="4440733"/>
                </a:lnTo>
                <a:lnTo>
                  <a:pt x="8730487" y="4453569"/>
                </a:lnTo>
                <a:lnTo>
                  <a:pt x="8782502" y="4453569"/>
                </a:lnTo>
                <a:lnTo>
                  <a:pt x="8768438" y="4441737"/>
                </a:lnTo>
                <a:lnTo>
                  <a:pt x="8768438" y="4325540"/>
                </a:lnTo>
                <a:lnTo>
                  <a:pt x="8783396" y="4310359"/>
                </a:lnTo>
                <a:close/>
                <a:moveTo>
                  <a:pt x="8330028" y="4310359"/>
                </a:moveTo>
                <a:lnTo>
                  <a:pt x="8330698" y="4311476"/>
                </a:lnTo>
                <a:cubicBezTo>
                  <a:pt x="8337395" y="4324200"/>
                  <a:pt x="8342343" y="4335735"/>
                  <a:pt x="8345543" y="4346078"/>
                </a:cubicBezTo>
                <a:lnTo>
                  <a:pt x="8346883" y="4346078"/>
                </a:lnTo>
                <a:cubicBezTo>
                  <a:pt x="8347329" y="4336776"/>
                  <a:pt x="8349673" y="4330172"/>
                  <a:pt x="8353915" y="4326265"/>
                </a:cubicBezTo>
                <a:cubicBezTo>
                  <a:pt x="8358156" y="4322359"/>
                  <a:pt x="8365077" y="4320405"/>
                  <a:pt x="8374676" y="4320405"/>
                </a:cubicBezTo>
                <a:cubicBezTo>
                  <a:pt x="8378099" y="4320405"/>
                  <a:pt x="8381708" y="4320629"/>
                  <a:pt x="8385504" y="4321075"/>
                </a:cubicBezTo>
                <a:lnTo>
                  <a:pt x="8385504" y="4326545"/>
                </a:lnTo>
                <a:lnTo>
                  <a:pt x="8384276" y="4326545"/>
                </a:lnTo>
                <a:lnTo>
                  <a:pt x="8377578" y="4326433"/>
                </a:lnTo>
                <a:cubicBezTo>
                  <a:pt x="8369095" y="4326433"/>
                  <a:pt x="8363012" y="4328144"/>
                  <a:pt x="8359328" y="4331567"/>
                </a:cubicBezTo>
                <a:cubicBezTo>
                  <a:pt x="8355645" y="4334991"/>
                  <a:pt x="8353394" y="4341055"/>
                  <a:pt x="8352575" y="4349762"/>
                </a:cubicBezTo>
                <a:lnTo>
                  <a:pt x="8355477" y="4349762"/>
                </a:lnTo>
                <a:cubicBezTo>
                  <a:pt x="8356073" y="4342171"/>
                  <a:pt x="8357989" y="4336869"/>
                  <a:pt x="8361226" y="4333856"/>
                </a:cubicBezTo>
                <a:cubicBezTo>
                  <a:pt x="8364463" y="4330842"/>
                  <a:pt x="8369914" y="4329335"/>
                  <a:pt x="8377578" y="4329335"/>
                </a:cubicBezTo>
                <a:lnTo>
                  <a:pt x="8385504" y="4329447"/>
                </a:lnTo>
                <a:lnTo>
                  <a:pt x="8385504" y="4440510"/>
                </a:lnTo>
                <a:lnTo>
                  <a:pt x="8369877" y="4453569"/>
                </a:lnTo>
                <a:lnTo>
                  <a:pt x="8420887" y="4453569"/>
                </a:lnTo>
                <a:lnTo>
                  <a:pt x="8407716" y="4441403"/>
                </a:lnTo>
                <a:lnTo>
                  <a:pt x="8407716" y="4320405"/>
                </a:lnTo>
                <a:lnTo>
                  <a:pt x="8409056" y="4320405"/>
                </a:lnTo>
                <a:cubicBezTo>
                  <a:pt x="8412404" y="4320108"/>
                  <a:pt x="8415752" y="4319959"/>
                  <a:pt x="8419102" y="4319959"/>
                </a:cubicBezTo>
                <a:cubicBezTo>
                  <a:pt x="8427287" y="4319959"/>
                  <a:pt x="8433370" y="4321596"/>
                  <a:pt x="8437352" y="4324870"/>
                </a:cubicBezTo>
                <a:cubicBezTo>
                  <a:pt x="8441332" y="4328144"/>
                  <a:pt x="8444402" y="4334023"/>
                  <a:pt x="8446560" y="4342506"/>
                </a:cubicBezTo>
                <a:lnTo>
                  <a:pt x="8446895" y="4343957"/>
                </a:lnTo>
                <a:lnTo>
                  <a:pt x="8448011" y="4344739"/>
                </a:lnTo>
                <a:lnTo>
                  <a:pt x="8448234" y="4344181"/>
                </a:lnTo>
                <a:cubicBezTo>
                  <a:pt x="8450467" y="4337037"/>
                  <a:pt x="8452885" y="4331084"/>
                  <a:pt x="8455490" y="4326321"/>
                </a:cubicBezTo>
                <a:lnTo>
                  <a:pt x="8463080" y="4312927"/>
                </a:lnTo>
                <a:cubicBezTo>
                  <a:pt x="8463303" y="4312480"/>
                  <a:pt x="8463750" y="4311624"/>
                  <a:pt x="8464420" y="4310359"/>
                </a:cubicBezTo>
                <a:close/>
                <a:moveTo>
                  <a:pt x="7963241" y="4310359"/>
                </a:moveTo>
                <a:lnTo>
                  <a:pt x="7975073" y="4323084"/>
                </a:lnTo>
                <a:lnTo>
                  <a:pt x="7959892" y="4364831"/>
                </a:lnTo>
                <a:cubicBezTo>
                  <a:pt x="7956246" y="4361407"/>
                  <a:pt x="7952451" y="4358394"/>
                  <a:pt x="7948507" y="4355789"/>
                </a:cubicBezTo>
                <a:lnTo>
                  <a:pt x="7946721" y="4358245"/>
                </a:lnTo>
                <a:lnTo>
                  <a:pt x="7947726" y="4359026"/>
                </a:lnTo>
                <a:cubicBezTo>
                  <a:pt x="7950256" y="4361035"/>
                  <a:pt x="7953381" y="4363677"/>
                  <a:pt x="7957102" y="4366951"/>
                </a:cubicBezTo>
                <a:lnTo>
                  <a:pt x="7958441" y="4368068"/>
                </a:lnTo>
                <a:lnTo>
                  <a:pt x="7956432" y="4372979"/>
                </a:lnTo>
                <a:cubicBezTo>
                  <a:pt x="7954051" y="4371267"/>
                  <a:pt x="7952004" y="4369593"/>
                  <a:pt x="7950293" y="4367956"/>
                </a:cubicBezTo>
                <a:lnTo>
                  <a:pt x="7945270" y="4363268"/>
                </a:lnTo>
                <a:cubicBezTo>
                  <a:pt x="7945047" y="4363045"/>
                  <a:pt x="7944414" y="4362449"/>
                  <a:pt x="7943372" y="4361482"/>
                </a:cubicBezTo>
                <a:cubicBezTo>
                  <a:pt x="7941140" y="4368105"/>
                  <a:pt x="7937977" y="4374467"/>
                  <a:pt x="7933885" y="4380569"/>
                </a:cubicBezTo>
                <a:cubicBezTo>
                  <a:pt x="7941326" y="4381313"/>
                  <a:pt x="7947019" y="4383360"/>
                  <a:pt x="7950963" y="4386708"/>
                </a:cubicBezTo>
                <a:lnTo>
                  <a:pt x="7950516" y="4388271"/>
                </a:lnTo>
                <a:cubicBezTo>
                  <a:pt x="7944414" y="4407693"/>
                  <a:pt x="7938256" y="4422055"/>
                  <a:pt x="7932043" y="4431357"/>
                </a:cubicBezTo>
                <a:cubicBezTo>
                  <a:pt x="7925829" y="4440658"/>
                  <a:pt x="7917402" y="4448063"/>
                  <a:pt x="7906761" y="4453569"/>
                </a:cubicBezTo>
                <a:lnTo>
                  <a:pt x="7962571" y="4453569"/>
                </a:lnTo>
                <a:cubicBezTo>
                  <a:pt x="7961678" y="4452602"/>
                  <a:pt x="7961009" y="4451895"/>
                  <a:pt x="7960562" y="4451449"/>
                </a:cubicBezTo>
                <a:cubicBezTo>
                  <a:pt x="7956023" y="4446686"/>
                  <a:pt x="7953046" y="4442928"/>
                  <a:pt x="7951632" y="4440175"/>
                </a:cubicBezTo>
                <a:cubicBezTo>
                  <a:pt x="7950218" y="4437421"/>
                  <a:pt x="7949512" y="4433961"/>
                  <a:pt x="7949512" y="4429794"/>
                </a:cubicBezTo>
                <a:cubicBezTo>
                  <a:pt x="7949512" y="4425776"/>
                  <a:pt x="7950516" y="4420715"/>
                  <a:pt x="7952525" y="4414614"/>
                </a:cubicBezTo>
                <a:lnTo>
                  <a:pt x="7956209" y="4403228"/>
                </a:lnTo>
                <a:cubicBezTo>
                  <a:pt x="7957697" y="4398615"/>
                  <a:pt x="7958925" y="4395117"/>
                  <a:pt x="7959892" y="4392736"/>
                </a:cubicBezTo>
                <a:lnTo>
                  <a:pt x="7964804" y="4397870"/>
                </a:lnTo>
                <a:cubicBezTo>
                  <a:pt x="7958627" y="4412902"/>
                  <a:pt x="7955539" y="4424213"/>
                  <a:pt x="7955539" y="4431803"/>
                </a:cubicBezTo>
                <a:cubicBezTo>
                  <a:pt x="7955539" y="4436268"/>
                  <a:pt x="7956302" y="4440156"/>
                  <a:pt x="7957827" y="4443468"/>
                </a:cubicBezTo>
                <a:cubicBezTo>
                  <a:pt x="7959353" y="4446779"/>
                  <a:pt x="7962571" y="4451411"/>
                  <a:pt x="7967483" y="4457364"/>
                </a:cubicBezTo>
                <a:lnTo>
                  <a:pt x="7969380" y="4459708"/>
                </a:lnTo>
                <a:lnTo>
                  <a:pt x="7912565" y="4459708"/>
                </a:lnTo>
                <a:lnTo>
                  <a:pt x="7914797" y="4462722"/>
                </a:lnTo>
                <a:lnTo>
                  <a:pt x="7975073" y="4462722"/>
                </a:lnTo>
                <a:cubicBezTo>
                  <a:pt x="7973957" y="4461308"/>
                  <a:pt x="7973138" y="4460267"/>
                  <a:pt x="7972617" y="4459597"/>
                </a:cubicBezTo>
                <a:cubicBezTo>
                  <a:pt x="7966515" y="4452007"/>
                  <a:pt x="7962664" y="4446593"/>
                  <a:pt x="7961064" y="4443356"/>
                </a:cubicBezTo>
                <a:cubicBezTo>
                  <a:pt x="7959464" y="4440119"/>
                  <a:pt x="7958664" y="4436156"/>
                  <a:pt x="7958664" y="4431468"/>
                </a:cubicBezTo>
                <a:cubicBezTo>
                  <a:pt x="7958664" y="4423506"/>
                  <a:pt x="7961529" y="4413162"/>
                  <a:pt x="7967259" y="4400438"/>
                </a:cubicBezTo>
                <a:lnTo>
                  <a:pt x="7968376" y="4401777"/>
                </a:lnTo>
                <a:cubicBezTo>
                  <a:pt x="7974403" y="4409665"/>
                  <a:pt x="7979352" y="4416697"/>
                  <a:pt x="7983221" y="4422874"/>
                </a:cubicBezTo>
                <a:lnTo>
                  <a:pt x="7985230" y="4426111"/>
                </a:lnTo>
                <a:cubicBezTo>
                  <a:pt x="7991035" y="4416362"/>
                  <a:pt x="7998364" y="4407805"/>
                  <a:pt x="8007220" y="4400438"/>
                </a:cubicBezTo>
                <a:lnTo>
                  <a:pt x="8009340" y="4405349"/>
                </a:lnTo>
                <a:lnTo>
                  <a:pt x="8008448" y="4406465"/>
                </a:lnTo>
                <a:cubicBezTo>
                  <a:pt x="7999741" y="4415469"/>
                  <a:pt x="7993193" y="4423618"/>
                  <a:pt x="7988802" y="4430910"/>
                </a:cubicBezTo>
                <a:lnTo>
                  <a:pt x="7991369" y="4431580"/>
                </a:lnTo>
                <a:cubicBezTo>
                  <a:pt x="7995760" y="4424139"/>
                  <a:pt x="8002048" y="4416288"/>
                  <a:pt x="8010233" y="4408028"/>
                </a:cubicBezTo>
                <a:lnTo>
                  <a:pt x="8022623" y="4440621"/>
                </a:lnTo>
                <a:lnTo>
                  <a:pt x="8007220" y="4453569"/>
                </a:lnTo>
                <a:lnTo>
                  <a:pt x="8063588" y="4453569"/>
                </a:lnTo>
                <a:lnTo>
                  <a:pt x="8046845" y="4440621"/>
                </a:lnTo>
                <a:lnTo>
                  <a:pt x="8026642" y="4385815"/>
                </a:lnTo>
                <a:cubicBezTo>
                  <a:pt x="8029916" y="4383583"/>
                  <a:pt x="8035088" y="4382467"/>
                  <a:pt x="8042157" y="4382467"/>
                </a:cubicBezTo>
                <a:cubicBezTo>
                  <a:pt x="8043124" y="4382467"/>
                  <a:pt x="8044687" y="4382541"/>
                  <a:pt x="8046845" y="4382690"/>
                </a:cubicBezTo>
                <a:cubicBezTo>
                  <a:pt x="8042827" y="4375993"/>
                  <a:pt x="8039850" y="4368402"/>
                  <a:pt x="8037915" y="4359919"/>
                </a:cubicBezTo>
                <a:cubicBezTo>
                  <a:pt x="8037320" y="4360663"/>
                  <a:pt x="8035906" y="4361928"/>
                  <a:pt x="8033674" y="4363714"/>
                </a:cubicBezTo>
                <a:lnTo>
                  <a:pt x="8029990" y="4366840"/>
                </a:lnTo>
                <a:cubicBezTo>
                  <a:pt x="8029842" y="4366989"/>
                  <a:pt x="8029321" y="4367398"/>
                  <a:pt x="8028428" y="4368068"/>
                </a:cubicBezTo>
                <a:lnTo>
                  <a:pt x="8012801" y="4326433"/>
                </a:lnTo>
                <a:lnTo>
                  <a:pt x="8024074" y="4313373"/>
                </a:lnTo>
                <a:lnTo>
                  <a:pt x="8021172" y="4312145"/>
                </a:lnTo>
                <a:lnTo>
                  <a:pt x="8009340" y="4325763"/>
                </a:lnTo>
                <a:lnTo>
                  <a:pt x="8025860" y="4369742"/>
                </a:lnTo>
                <a:lnTo>
                  <a:pt x="8021396" y="4372198"/>
                </a:lnTo>
                <a:lnTo>
                  <a:pt x="8003090" y="4323531"/>
                </a:lnTo>
                <a:lnTo>
                  <a:pt x="8014698" y="4310359"/>
                </a:lnTo>
                <a:close/>
                <a:moveTo>
                  <a:pt x="7510878" y="4310359"/>
                </a:moveTo>
                <a:lnTo>
                  <a:pt x="7511548" y="4311476"/>
                </a:lnTo>
                <a:cubicBezTo>
                  <a:pt x="7518245" y="4324200"/>
                  <a:pt x="7523193" y="4335735"/>
                  <a:pt x="7526393" y="4346078"/>
                </a:cubicBezTo>
                <a:lnTo>
                  <a:pt x="7527733" y="4346078"/>
                </a:lnTo>
                <a:cubicBezTo>
                  <a:pt x="7528179" y="4336776"/>
                  <a:pt x="7530523" y="4330172"/>
                  <a:pt x="7534765" y="4326265"/>
                </a:cubicBezTo>
                <a:cubicBezTo>
                  <a:pt x="7539006" y="4322359"/>
                  <a:pt x="7545927" y="4320405"/>
                  <a:pt x="7555526" y="4320405"/>
                </a:cubicBezTo>
                <a:cubicBezTo>
                  <a:pt x="7558949" y="4320405"/>
                  <a:pt x="7562558" y="4320629"/>
                  <a:pt x="7566354" y="4321075"/>
                </a:cubicBezTo>
                <a:lnTo>
                  <a:pt x="7566354" y="4326545"/>
                </a:lnTo>
                <a:lnTo>
                  <a:pt x="7565126" y="4326545"/>
                </a:lnTo>
                <a:lnTo>
                  <a:pt x="7558428" y="4326433"/>
                </a:lnTo>
                <a:cubicBezTo>
                  <a:pt x="7549945" y="4326433"/>
                  <a:pt x="7543862" y="4328144"/>
                  <a:pt x="7540178" y="4331567"/>
                </a:cubicBezTo>
                <a:cubicBezTo>
                  <a:pt x="7536495" y="4334991"/>
                  <a:pt x="7534244" y="4341055"/>
                  <a:pt x="7533425" y="4349762"/>
                </a:cubicBezTo>
                <a:lnTo>
                  <a:pt x="7536327" y="4349762"/>
                </a:lnTo>
                <a:cubicBezTo>
                  <a:pt x="7536923" y="4342171"/>
                  <a:pt x="7538839" y="4336869"/>
                  <a:pt x="7542076" y="4333856"/>
                </a:cubicBezTo>
                <a:cubicBezTo>
                  <a:pt x="7545313" y="4330842"/>
                  <a:pt x="7550764" y="4329335"/>
                  <a:pt x="7558428" y="4329335"/>
                </a:cubicBezTo>
                <a:lnTo>
                  <a:pt x="7566354" y="4329447"/>
                </a:lnTo>
                <a:lnTo>
                  <a:pt x="7566354" y="4440510"/>
                </a:lnTo>
                <a:lnTo>
                  <a:pt x="7550727" y="4453569"/>
                </a:lnTo>
                <a:lnTo>
                  <a:pt x="7601737" y="4453569"/>
                </a:lnTo>
                <a:lnTo>
                  <a:pt x="7588566" y="4441403"/>
                </a:lnTo>
                <a:lnTo>
                  <a:pt x="7588566" y="4320405"/>
                </a:lnTo>
                <a:lnTo>
                  <a:pt x="7589906" y="4320405"/>
                </a:lnTo>
                <a:cubicBezTo>
                  <a:pt x="7593254" y="4320108"/>
                  <a:pt x="7596603" y="4319959"/>
                  <a:pt x="7599952" y="4319959"/>
                </a:cubicBezTo>
                <a:cubicBezTo>
                  <a:pt x="7608137" y="4319959"/>
                  <a:pt x="7614220" y="4321596"/>
                  <a:pt x="7618202" y="4324870"/>
                </a:cubicBezTo>
                <a:cubicBezTo>
                  <a:pt x="7622183" y="4328144"/>
                  <a:pt x="7625252" y="4334023"/>
                  <a:pt x="7627410" y="4342506"/>
                </a:cubicBezTo>
                <a:lnTo>
                  <a:pt x="7627745" y="4343957"/>
                </a:lnTo>
                <a:lnTo>
                  <a:pt x="7628861" y="4344739"/>
                </a:lnTo>
                <a:lnTo>
                  <a:pt x="7629085" y="4344181"/>
                </a:lnTo>
                <a:cubicBezTo>
                  <a:pt x="7631317" y="4337037"/>
                  <a:pt x="7633735" y="4331084"/>
                  <a:pt x="7636340" y="4326321"/>
                </a:cubicBezTo>
                <a:lnTo>
                  <a:pt x="7643930" y="4312927"/>
                </a:lnTo>
                <a:cubicBezTo>
                  <a:pt x="7644153" y="4312480"/>
                  <a:pt x="7644600" y="4311624"/>
                  <a:pt x="7645270" y="4310359"/>
                </a:cubicBezTo>
                <a:close/>
                <a:moveTo>
                  <a:pt x="7131180" y="4310359"/>
                </a:moveTo>
                <a:lnTo>
                  <a:pt x="7146026" y="4322749"/>
                </a:lnTo>
                <a:lnTo>
                  <a:pt x="7146026" y="4412046"/>
                </a:lnTo>
                <a:cubicBezTo>
                  <a:pt x="7146026" y="4425441"/>
                  <a:pt x="7144537" y="4434891"/>
                  <a:pt x="7141561" y="4440398"/>
                </a:cubicBezTo>
                <a:cubicBezTo>
                  <a:pt x="7138584" y="4445905"/>
                  <a:pt x="7132557" y="4450295"/>
                  <a:pt x="7123478" y="4453569"/>
                </a:cubicBezTo>
                <a:lnTo>
                  <a:pt x="7175494" y="4453569"/>
                </a:lnTo>
                <a:lnTo>
                  <a:pt x="7181298" y="4459708"/>
                </a:lnTo>
                <a:lnTo>
                  <a:pt x="7125376" y="4459708"/>
                </a:lnTo>
                <a:lnTo>
                  <a:pt x="7127162" y="4462722"/>
                </a:lnTo>
                <a:lnTo>
                  <a:pt x="7187660" y="4462722"/>
                </a:lnTo>
                <a:lnTo>
                  <a:pt x="7177949" y="4452341"/>
                </a:lnTo>
                <a:cubicBezTo>
                  <a:pt x="7168052" y="4449439"/>
                  <a:pt x="7161764" y="4444826"/>
                  <a:pt x="7159085" y="4438500"/>
                </a:cubicBezTo>
                <a:cubicBezTo>
                  <a:pt x="7156406" y="4432175"/>
                  <a:pt x="7155067" y="4418818"/>
                  <a:pt x="7155067" y="4398428"/>
                </a:cubicBezTo>
                <a:lnTo>
                  <a:pt x="7155067" y="4334135"/>
                </a:lnTo>
                <a:lnTo>
                  <a:pt x="7161095" y="4345855"/>
                </a:lnTo>
                <a:lnTo>
                  <a:pt x="7161095" y="4406912"/>
                </a:lnTo>
                <a:lnTo>
                  <a:pt x="7160983" y="4417404"/>
                </a:lnTo>
                <a:cubicBezTo>
                  <a:pt x="7160983" y="4426669"/>
                  <a:pt x="7162267" y="4434045"/>
                  <a:pt x="7164834" y="4439533"/>
                </a:cubicBezTo>
                <a:lnTo>
                  <a:pt x="7175417" y="4449425"/>
                </a:lnTo>
                <a:lnTo>
                  <a:pt x="7175494" y="4449551"/>
                </a:lnTo>
                <a:lnTo>
                  <a:pt x="7176387" y="4450332"/>
                </a:lnTo>
                <a:lnTo>
                  <a:pt x="7175417" y="4449425"/>
                </a:lnTo>
                <a:lnTo>
                  <a:pt x="7165336" y="4433031"/>
                </a:lnTo>
                <a:lnTo>
                  <a:pt x="7163997" y="4416958"/>
                </a:lnTo>
                <a:lnTo>
                  <a:pt x="7164108" y="4411935"/>
                </a:lnTo>
                <a:lnTo>
                  <a:pt x="7164108" y="4351324"/>
                </a:lnTo>
                <a:lnTo>
                  <a:pt x="7216793" y="4453569"/>
                </a:lnTo>
                <a:lnTo>
                  <a:pt x="7235657" y="4453569"/>
                </a:lnTo>
                <a:lnTo>
                  <a:pt x="7235657" y="4355231"/>
                </a:lnTo>
                <a:lnTo>
                  <a:pt x="7235657" y="4347976"/>
                </a:lnTo>
                <a:cubicBezTo>
                  <a:pt x="7235657" y="4336590"/>
                  <a:pt x="7237518" y="4328070"/>
                  <a:pt x="7241239" y="4322415"/>
                </a:cubicBezTo>
                <a:cubicBezTo>
                  <a:pt x="7243694" y="4318768"/>
                  <a:pt x="7249164" y="4314750"/>
                  <a:pt x="7257647" y="4310359"/>
                </a:cubicBezTo>
                <a:lnTo>
                  <a:pt x="7206971" y="4310359"/>
                </a:lnTo>
                <a:cubicBezTo>
                  <a:pt x="7215305" y="4314378"/>
                  <a:pt x="7220533" y="4318564"/>
                  <a:pt x="7222654" y="4322917"/>
                </a:cubicBezTo>
                <a:cubicBezTo>
                  <a:pt x="7224774" y="4327270"/>
                  <a:pt x="7225835" y="4335921"/>
                  <a:pt x="7225835" y="4348869"/>
                </a:cubicBezTo>
                <a:lnTo>
                  <a:pt x="7225835" y="4354785"/>
                </a:lnTo>
                <a:lnTo>
                  <a:pt x="7225835" y="4406912"/>
                </a:lnTo>
                <a:lnTo>
                  <a:pt x="7183419" y="4323642"/>
                </a:lnTo>
                <a:lnTo>
                  <a:pt x="7197260" y="4314266"/>
                </a:lnTo>
                <a:lnTo>
                  <a:pt x="7195139" y="4312145"/>
                </a:lnTo>
                <a:lnTo>
                  <a:pt x="7179512" y="4322749"/>
                </a:lnTo>
                <a:lnTo>
                  <a:pt x="7225835" y="4412939"/>
                </a:lnTo>
                <a:lnTo>
                  <a:pt x="7225835" y="4426334"/>
                </a:lnTo>
                <a:lnTo>
                  <a:pt x="7171810" y="4320963"/>
                </a:lnTo>
                <a:lnTo>
                  <a:pt x="7187660" y="4310359"/>
                </a:lnTo>
                <a:close/>
                <a:moveTo>
                  <a:pt x="6732135" y="4310359"/>
                </a:moveTo>
                <a:lnTo>
                  <a:pt x="6749101" y="4323754"/>
                </a:lnTo>
                <a:lnTo>
                  <a:pt x="6749101" y="4371416"/>
                </a:lnTo>
                <a:cubicBezTo>
                  <a:pt x="6736897" y="4371416"/>
                  <a:pt x="6729084" y="4377369"/>
                  <a:pt x="6725661" y="4389276"/>
                </a:cubicBezTo>
                <a:cubicBezTo>
                  <a:pt x="6731911" y="4383695"/>
                  <a:pt x="6738832" y="4380904"/>
                  <a:pt x="6746422" y="4380904"/>
                </a:cubicBezTo>
                <a:cubicBezTo>
                  <a:pt x="6746943" y="4380904"/>
                  <a:pt x="6747836" y="4380978"/>
                  <a:pt x="6749101" y="4381127"/>
                </a:cubicBezTo>
                <a:lnTo>
                  <a:pt x="6749101" y="4386373"/>
                </a:lnTo>
                <a:cubicBezTo>
                  <a:pt x="6741288" y="4387341"/>
                  <a:pt x="6735111" y="4389462"/>
                  <a:pt x="6730572" y="4392736"/>
                </a:cubicBezTo>
                <a:lnTo>
                  <a:pt x="6732135" y="4395080"/>
                </a:lnTo>
                <a:cubicBezTo>
                  <a:pt x="6737195" y="4391954"/>
                  <a:pt x="6742850" y="4390020"/>
                  <a:pt x="6749101" y="4389276"/>
                </a:cubicBezTo>
                <a:lnTo>
                  <a:pt x="6749101" y="4439059"/>
                </a:lnTo>
                <a:lnTo>
                  <a:pt x="6732135" y="4452007"/>
                </a:lnTo>
                <a:lnTo>
                  <a:pt x="6857262" y="4452007"/>
                </a:lnTo>
                <a:cubicBezTo>
                  <a:pt x="6850639" y="4445458"/>
                  <a:pt x="6845895" y="4439728"/>
                  <a:pt x="6843030" y="4434817"/>
                </a:cubicBezTo>
                <a:cubicBezTo>
                  <a:pt x="6840165" y="4429906"/>
                  <a:pt x="6837765" y="4423357"/>
                  <a:pt x="6835831" y="4415172"/>
                </a:cubicBezTo>
                <a:cubicBezTo>
                  <a:pt x="6835161" y="4416362"/>
                  <a:pt x="6834714" y="4417181"/>
                  <a:pt x="6834491" y="4417627"/>
                </a:cubicBezTo>
                <a:lnTo>
                  <a:pt x="6828575" y="4427785"/>
                </a:lnTo>
                <a:cubicBezTo>
                  <a:pt x="6824929" y="4434110"/>
                  <a:pt x="6819906" y="4438352"/>
                  <a:pt x="6813506" y="4440510"/>
                </a:cubicBezTo>
                <a:cubicBezTo>
                  <a:pt x="6807107" y="4442668"/>
                  <a:pt x="6796317" y="4443747"/>
                  <a:pt x="6781136" y="4443747"/>
                </a:cubicBezTo>
                <a:lnTo>
                  <a:pt x="6781136" y="4389276"/>
                </a:lnTo>
                <a:lnTo>
                  <a:pt x="6805470" y="4389276"/>
                </a:lnTo>
                <a:lnTo>
                  <a:pt x="6802568" y="4386373"/>
                </a:lnTo>
                <a:lnTo>
                  <a:pt x="6778346" y="4386373"/>
                </a:lnTo>
                <a:lnTo>
                  <a:pt x="6778346" y="4443747"/>
                </a:lnTo>
                <a:lnTo>
                  <a:pt x="6771202" y="4443747"/>
                </a:lnTo>
                <a:lnTo>
                  <a:pt x="6771202" y="4381127"/>
                </a:lnTo>
                <a:lnTo>
                  <a:pt x="6801675" y="4381127"/>
                </a:lnTo>
                <a:lnTo>
                  <a:pt x="6816074" y="4399768"/>
                </a:lnTo>
                <a:lnTo>
                  <a:pt x="6816074" y="4351659"/>
                </a:lnTo>
                <a:lnTo>
                  <a:pt x="6801675" y="4371416"/>
                </a:lnTo>
                <a:lnTo>
                  <a:pt x="6781136" y="4371416"/>
                </a:lnTo>
                <a:lnTo>
                  <a:pt x="6781136" y="4329000"/>
                </a:lnTo>
                <a:lnTo>
                  <a:pt x="6783480" y="4328889"/>
                </a:lnTo>
                <a:cubicBezTo>
                  <a:pt x="6789582" y="4328591"/>
                  <a:pt x="6793824" y="4328442"/>
                  <a:pt x="6796205" y="4328442"/>
                </a:cubicBezTo>
                <a:cubicBezTo>
                  <a:pt x="6804093" y="4328442"/>
                  <a:pt x="6809377" y="4328889"/>
                  <a:pt x="6812055" y="4329782"/>
                </a:cubicBezTo>
                <a:cubicBezTo>
                  <a:pt x="6814734" y="4330674"/>
                  <a:pt x="6819088" y="4333502"/>
                  <a:pt x="6825115" y="4338265"/>
                </a:cubicBezTo>
                <a:cubicBezTo>
                  <a:pt x="6825562" y="4338637"/>
                  <a:pt x="6826306" y="4339195"/>
                  <a:pt x="6827348" y="4339939"/>
                </a:cubicBezTo>
                <a:cubicBezTo>
                  <a:pt x="6823850" y="4334135"/>
                  <a:pt x="6819869" y="4330228"/>
                  <a:pt x="6815404" y="4328219"/>
                </a:cubicBezTo>
                <a:cubicBezTo>
                  <a:pt x="6810939" y="4326210"/>
                  <a:pt x="6803981" y="4325205"/>
                  <a:pt x="6794531" y="4325205"/>
                </a:cubicBezTo>
                <a:cubicBezTo>
                  <a:pt x="6789396" y="4325205"/>
                  <a:pt x="6784001" y="4325466"/>
                  <a:pt x="6778346" y="4325986"/>
                </a:cubicBezTo>
                <a:lnTo>
                  <a:pt x="6778346" y="4371416"/>
                </a:lnTo>
                <a:lnTo>
                  <a:pt x="6771202" y="4371416"/>
                </a:lnTo>
                <a:lnTo>
                  <a:pt x="6771202" y="4320070"/>
                </a:lnTo>
                <a:cubicBezTo>
                  <a:pt x="6779016" y="4319698"/>
                  <a:pt x="6785713" y="4319512"/>
                  <a:pt x="6791294" y="4319512"/>
                </a:cubicBezTo>
                <a:cubicBezTo>
                  <a:pt x="6803423" y="4319512"/>
                  <a:pt x="6811832" y="4320815"/>
                  <a:pt x="6816520" y="4323419"/>
                </a:cubicBezTo>
                <a:cubicBezTo>
                  <a:pt x="6821208" y="4326024"/>
                  <a:pt x="6825599" y="4331791"/>
                  <a:pt x="6829692" y="4340720"/>
                </a:cubicBezTo>
                <a:cubicBezTo>
                  <a:pt x="6830064" y="4341539"/>
                  <a:pt x="6830622" y="4342804"/>
                  <a:pt x="6831366" y="4344516"/>
                </a:cubicBezTo>
                <a:cubicBezTo>
                  <a:pt x="6835831" y="4332460"/>
                  <a:pt x="6841858" y="4321782"/>
                  <a:pt x="6849448" y="4312480"/>
                </a:cubicBezTo>
                <a:lnTo>
                  <a:pt x="6851234" y="4310359"/>
                </a:lnTo>
                <a:close/>
                <a:moveTo>
                  <a:pt x="5951085" y="4310359"/>
                </a:moveTo>
                <a:lnTo>
                  <a:pt x="5968051" y="4323754"/>
                </a:lnTo>
                <a:lnTo>
                  <a:pt x="5968051" y="4371416"/>
                </a:lnTo>
                <a:cubicBezTo>
                  <a:pt x="5955847" y="4371416"/>
                  <a:pt x="5948034" y="4377369"/>
                  <a:pt x="5944611" y="4389276"/>
                </a:cubicBezTo>
                <a:cubicBezTo>
                  <a:pt x="5950861" y="4383695"/>
                  <a:pt x="5957782" y="4380904"/>
                  <a:pt x="5965372" y="4380904"/>
                </a:cubicBezTo>
                <a:cubicBezTo>
                  <a:pt x="5965893" y="4380904"/>
                  <a:pt x="5966786" y="4380978"/>
                  <a:pt x="5968051" y="4381127"/>
                </a:cubicBezTo>
                <a:lnTo>
                  <a:pt x="5968051" y="4386373"/>
                </a:lnTo>
                <a:cubicBezTo>
                  <a:pt x="5960238" y="4387341"/>
                  <a:pt x="5954062" y="4389462"/>
                  <a:pt x="5949522" y="4392736"/>
                </a:cubicBezTo>
                <a:lnTo>
                  <a:pt x="5951085" y="4395080"/>
                </a:lnTo>
                <a:cubicBezTo>
                  <a:pt x="5956145" y="4391954"/>
                  <a:pt x="5961801" y="4390020"/>
                  <a:pt x="5968051" y="4389276"/>
                </a:cubicBezTo>
                <a:lnTo>
                  <a:pt x="5968051" y="4439059"/>
                </a:lnTo>
                <a:lnTo>
                  <a:pt x="5951085" y="4452007"/>
                </a:lnTo>
                <a:lnTo>
                  <a:pt x="6076212" y="4452007"/>
                </a:lnTo>
                <a:cubicBezTo>
                  <a:pt x="6069589" y="4445458"/>
                  <a:pt x="6064845" y="4439728"/>
                  <a:pt x="6061980" y="4434817"/>
                </a:cubicBezTo>
                <a:cubicBezTo>
                  <a:pt x="6059115" y="4429906"/>
                  <a:pt x="6056715" y="4423357"/>
                  <a:pt x="6054781" y="4415172"/>
                </a:cubicBezTo>
                <a:cubicBezTo>
                  <a:pt x="6054111" y="4416362"/>
                  <a:pt x="6053665" y="4417181"/>
                  <a:pt x="6053441" y="4417627"/>
                </a:cubicBezTo>
                <a:lnTo>
                  <a:pt x="6047525" y="4427785"/>
                </a:lnTo>
                <a:cubicBezTo>
                  <a:pt x="6043879" y="4434110"/>
                  <a:pt x="6038856" y="4438352"/>
                  <a:pt x="6032456" y="4440510"/>
                </a:cubicBezTo>
                <a:cubicBezTo>
                  <a:pt x="6026057" y="4442668"/>
                  <a:pt x="6015267" y="4443747"/>
                  <a:pt x="6000087" y="4443747"/>
                </a:cubicBezTo>
                <a:lnTo>
                  <a:pt x="6000087" y="4389276"/>
                </a:lnTo>
                <a:lnTo>
                  <a:pt x="6024420" y="4389276"/>
                </a:lnTo>
                <a:lnTo>
                  <a:pt x="6021518" y="4386373"/>
                </a:lnTo>
                <a:lnTo>
                  <a:pt x="5997296" y="4386373"/>
                </a:lnTo>
                <a:lnTo>
                  <a:pt x="5997296" y="4443747"/>
                </a:lnTo>
                <a:lnTo>
                  <a:pt x="5990153" y="4443747"/>
                </a:lnTo>
                <a:lnTo>
                  <a:pt x="5990153" y="4381127"/>
                </a:lnTo>
                <a:lnTo>
                  <a:pt x="6020625" y="4381127"/>
                </a:lnTo>
                <a:lnTo>
                  <a:pt x="6035024" y="4399768"/>
                </a:lnTo>
                <a:lnTo>
                  <a:pt x="6035024" y="4351659"/>
                </a:lnTo>
                <a:lnTo>
                  <a:pt x="6020625" y="4371416"/>
                </a:lnTo>
                <a:lnTo>
                  <a:pt x="6000087" y="4371416"/>
                </a:lnTo>
                <a:lnTo>
                  <a:pt x="6000087" y="4329000"/>
                </a:lnTo>
                <a:lnTo>
                  <a:pt x="6002430" y="4328889"/>
                </a:lnTo>
                <a:cubicBezTo>
                  <a:pt x="6008532" y="4328591"/>
                  <a:pt x="6012774" y="4328442"/>
                  <a:pt x="6015155" y="4328442"/>
                </a:cubicBezTo>
                <a:cubicBezTo>
                  <a:pt x="6023043" y="4328442"/>
                  <a:pt x="6028327" y="4328889"/>
                  <a:pt x="6031005" y="4329782"/>
                </a:cubicBezTo>
                <a:cubicBezTo>
                  <a:pt x="6033684" y="4330674"/>
                  <a:pt x="6038038" y="4333502"/>
                  <a:pt x="6044065" y="4338265"/>
                </a:cubicBezTo>
                <a:cubicBezTo>
                  <a:pt x="6044512" y="4338637"/>
                  <a:pt x="6045256" y="4339195"/>
                  <a:pt x="6046298" y="4339939"/>
                </a:cubicBezTo>
                <a:cubicBezTo>
                  <a:pt x="6042800" y="4334135"/>
                  <a:pt x="6038819" y="4330228"/>
                  <a:pt x="6034354" y="4328219"/>
                </a:cubicBezTo>
                <a:cubicBezTo>
                  <a:pt x="6029889" y="4326210"/>
                  <a:pt x="6022931" y="4325205"/>
                  <a:pt x="6013481" y="4325205"/>
                </a:cubicBezTo>
                <a:cubicBezTo>
                  <a:pt x="6008346" y="4325205"/>
                  <a:pt x="6002952" y="4325466"/>
                  <a:pt x="5997296" y="4325986"/>
                </a:cubicBezTo>
                <a:lnTo>
                  <a:pt x="5997296" y="4371416"/>
                </a:lnTo>
                <a:lnTo>
                  <a:pt x="5990153" y="4371416"/>
                </a:lnTo>
                <a:lnTo>
                  <a:pt x="5990153" y="4320070"/>
                </a:lnTo>
                <a:cubicBezTo>
                  <a:pt x="5997966" y="4319698"/>
                  <a:pt x="6004663" y="4319512"/>
                  <a:pt x="6010244" y="4319512"/>
                </a:cubicBezTo>
                <a:cubicBezTo>
                  <a:pt x="6022373" y="4319512"/>
                  <a:pt x="6030782" y="4320815"/>
                  <a:pt x="6035470" y="4323419"/>
                </a:cubicBezTo>
                <a:cubicBezTo>
                  <a:pt x="6040158" y="4326024"/>
                  <a:pt x="6044549" y="4331791"/>
                  <a:pt x="6048642" y="4340720"/>
                </a:cubicBezTo>
                <a:cubicBezTo>
                  <a:pt x="6049014" y="4341539"/>
                  <a:pt x="6049572" y="4342804"/>
                  <a:pt x="6050316" y="4344516"/>
                </a:cubicBezTo>
                <a:cubicBezTo>
                  <a:pt x="6054781" y="4332460"/>
                  <a:pt x="6060808" y="4321782"/>
                  <a:pt x="6068398" y="4312480"/>
                </a:cubicBezTo>
                <a:lnTo>
                  <a:pt x="6070185" y="4310359"/>
                </a:lnTo>
                <a:close/>
                <a:moveTo>
                  <a:pt x="5164864" y="4310359"/>
                </a:moveTo>
                <a:lnTo>
                  <a:pt x="5178481" y="4323866"/>
                </a:lnTo>
                <a:lnTo>
                  <a:pt x="5178481" y="4378560"/>
                </a:lnTo>
                <a:lnTo>
                  <a:pt x="5176695" y="4378560"/>
                </a:lnTo>
                <a:cubicBezTo>
                  <a:pt x="5166649" y="4378560"/>
                  <a:pt x="5159356" y="4382727"/>
                  <a:pt x="5154817" y="4391062"/>
                </a:cubicBezTo>
                <a:lnTo>
                  <a:pt x="5155933" y="4392736"/>
                </a:lnTo>
                <a:cubicBezTo>
                  <a:pt x="5160696" y="4388866"/>
                  <a:pt x="5167059" y="4386932"/>
                  <a:pt x="5175020" y="4386932"/>
                </a:cubicBezTo>
                <a:cubicBezTo>
                  <a:pt x="5175616" y="4386932"/>
                  <a:pt x="5176769" y="4387043"/>
                  <a:pt x="5178481" y="4387266"/>
                </a:cubicBezTo>
                <a:lnTo>
                  <a:pt x="5178481" y="4392736"/>
                </a:lnTo>
                <a:lnTo>
                  <a:pt x="5177588" y="4392847"/>
                </a:lnTo>
                <a:lnTo>
                  <a:pt x="5173569" y="4392847"/>
                </a:lnTo>
                <a:cubicBezTo>
                  <a:pt x="5169625" y="4392847"/>
                  <a:pt x="5165160" y="4394261"/>
                  <a:pt x="5160175" y="4397089"/>
                </a:cubicBezTo>
                <a:lnTo>
                  <a:pt x="5161180" y="4399098"/>
                </a:lnTo>
                <a:cubicBezTo>
                  <a:pt x="5166091" y="4396791"/>
                  <a:pt x="5171225" y="4395638"/>
                  <a:pt x="5176583" y="4395638"/>
                </a:cubicBezTo>
                <a:cubicBezTo>
                  <a:pt x="5176955" y="4395638"/>
                  <a:pt x="5177588" y="4395675"/>
                  <a:pt x="5178481" y="4395750"/>
                </a:cubicBezTo>
                <a:lnTo>
                  <a:pt x="5178481" y="4440510"/>
                </a:lnTo>
                <a:lnTo>
                  <a:pt x="5162965" y="4453569"/>
                </a:lnTo>
                <a:lnTo>
                  <a:pt x="5214869" y="4453569"/>
                </a:lnTo>
                <a:lnTo>
                  <a:pt x="5201251" y="4441291"/>
                </a:lnTo>
                <a:lnTo>
                  <a:pt x="5201251" y="4387266"/>
                </a:lnTo>
                <a:lnTo>
                  <a:pt x="5214981" y="4387266"/>
                </a:lnTo>
                <a:cubicBezTo>
                  <a:pt x="5232170" y="4387266"/>
                  <a:pt x="5244709" y="4385964"/>
                  <a:pt x="5252597" y="4383360"/>
                </a:cubicBezTo>
                <a:cubicBezTo>
                  <a:pt x="5260485" y="4380755"/>
                  <a:pt x="5266624" y="4376514"/>
                  <a:pt x="5271014" y="4370635"/>
                </a:cubicBezTo>
                <a:cubicBezTo>
                  <a:pt x="5275405" y="4364756"/>
                  <a:pt x="5277600" y="4357836"/>
                  <a:pt x="5277600" y="4349873"/>
                </a:cubicBezTo>
                <a:cubicBezTo>
                  <a:pt x="5277600" y="4336776"/>
                  <a:pt x="5271870" y="4326545"/>
                  <a:pt x="5260410" y="4319178"/>
                </a:cubicBezTo>
                <a:cubicBezTo>
                  <a:pt x="5251406" y="4313299"/>
                  <a:pt x="5236263" y="4310359"/>
                  <a:pt x="5214981" y="4310359"/>
                </a:cubicBezTo>
                <a:close/>
                <a:moveTo>
                  <a:pt x="4062456" y="4310359"/>
                </a:moveTo>
                <a:lnTo>
                  <a:pt x="4077637" y="4323977"/>
                </a:lnTo>
                <a:lnTo>
                  <a:pt x="4077637" y="4398094"/>
                </a:lnTo>
                <a:cubicBezTo>
                  <a:pt x="4077637" y="4419376"/>
                  <a:pt x="4080725" y="4433775"/>
                  <a:pt x="4086901" y="4441291"/>
                </a:cubicBezTo>
                <a:cubicBezTo>
                  <a:pt x="4094640" y="4450816"/>
                  <a:pt x="4108258" y="4455578"/>
                  <a:pt x="4127754" y="4455578"/>
                </a:cubicBezTo>
                <a:cubicBezTo>
                  <a:pt x="4146209" y="4455578"/>
                  <a:pt x="4158636" y="4450816"/>
                  <a:pt x="4165036" y="4441291"/>
                </a:cubicBezTo>
                <a:cubicBezTo>
                  <a:pt x="4167566" y="4437570"/>
                  <a:pt x="4169259" y="4432808"/>
                  <a:pt x="4170115" y="4427003"/>
                </a:cubicBezTo>
                <a:cubicBezTo>
                  <a:pt x="4170971" y="4421199"/>
                  <a:pt x="4171398" y="4411674"/>
                  <a:pt x="4171398" y="4398428"/>
                </a:cubicBezTo>
                <a:lnTo>
                  <a:pt x="4171398" y="4326321"/>
                </a:lnTo>
                <a:lnTo>
                  <a:pt x="4191378" y="4310359"/>
                </a:lnTo>
                <a:lnTo>
                  <a:pt x="4143828" y="4310359"/>
                </a:lnTo>
                <a:lnTo>
                  <a:pt x="4161241" y="4326321"/>
                </a:lnTo>
                <a:lnTo>
                  <a:pt x="4160794" y="4398540"/>
                </a:lnTo>
                <a:cubicBezTo>
                  <a:pt x="4160794" y="4417367"/>
                  <a:pt x="4158971" y="4429645"/>
                  <a:pt x="4155325" y="4435375"/>
                </a:cubicBezTo>
                <a:cubicBezTo>
                  <a:pt x="4150785" y="4442444"/>
                  <a:pt x="4142488" y="4445979"/>
                  <a:pt x="4130433" y="4445979"/>
                </a:cubicBezTo>
                <a:lnTo>
                  <a:pt x="4122170" y="4443508"/>
                </a:lnTo>
                <a:lnTo>
                  <a:pt x="4121950" y="4442519"/>
                </a:lnTo>
                <a:cubicBezTo>
                  <a:pt x="4117188" y="4438500"/>
                  <a:pt x="4113951" y="4435077"/>
                  <a:pt x="4112239" y="4432250"/>
                </a:cubicBezTo>
                <a:lnTo>
                  <a:pt x="4108779" y="4418074"/>
                </a:lnTo>
                <a:lnTo>
                  <a:pt x="4108891" y="4410372"/>
                </a:lnTo>
                <a:lnTo>
                  <a:pt x="4108891" y="4327437"/>
                </a:lnTo>
                <a:lnTo>
                  <a:pt x="4119829" y="4316387"/>
                </a:lnTo>
                <a:lnTo>
                  <a:pt x="4118267" y="4314043"/>
                </a:lnTo>
                <a:lnTo>
                  <a:pt x="4105654" y="4326321"/>
                </a:lnTo>
                <a:lnTo>
                  <a:pt x="4105654" y="4410037"/>
                </a:lnTo>
                <a:cubicBezTo>
                  <a:pt x="4105654" y="4420157"/>
                  <a:pt x="4106844" y="4427636"/>
                  <a:pt x="4109225" y="4432473"/>
                </a:cubicBezTo>
                <a:lnTo>
                  <a:pt x="4122148" y="4443502"/>
                </a:lnTo>
                <a:lnTo>
                  <a:pt x="4107105" y="4439003"/>
                </a:lnTo>
                <a:cubicBezTo>
                  <a:pt x="4102491" y="4434352"/>
                  <a:pt x="4100184" y="4426483"/>
                  <a:pt x="4100184" y="4415395"/>
                </a:cubicBezTo>
                <a:lnTo>
                  <a:pt x="4099961" y="4398205"/>
                </a:lnTo>
                <a:lnTo>
                  <a:pt x="4099961" y="4325205"/>
                </a:lnTo>
                <a:lnTo>
                  <a:pt x="4115141" y="4310359"/>
                </a:lnTo>
                <a:close/>
                <a:moveTo>
                  <a:pt x="2557878" y="4310359"/>
                </a:moveTo>
                <a:lnTo>
                  <a:pt x="2558548" y="4311476"/>
                </a:lnTo>
                <a:cubicBezTo>
                  <a:pt x="2565245" y="4324200"/>
                  <a:pt x="2570193" y="4335735"/>
                  <a:pt x="2573393" y="4346078"/>
                </a:cubicBezTo>
                <a:lnTo>
                  <a:pt x="2574733" y="4346078"/>
                </a:lnTo>
                <a:cubicBezTo>
                  <a:pt x="2575179" y="4336776"/>
                  <a:pt x="2577523" y="4330172"/>
                  <a:pt x="2581765" y="4326265"/>
                </a:cubicBezTo>
                <a:cubicBezTo>
                  <a:pt x="2586006" y="4322359"/>
                  <a:pt x="2592927" y="4320405"/>
                  <a:pt x="2602527" y="4320405"/>
                </a:cubicBezTo>
                <a:cubicBezTo>
                  <a:pt x="2605949" y="4320405"/>
                  <a:pt x="2609559" y="4320629"/>
                  <a:pt x="2613354" y="4321075"/>
                </a:cubicBezTo>
                <a:lnTo>
                  <a:pt x="2613354" y="4326545"/>
                </a:lnTo>
                <a:lnTo>
                  <a:pt x="2612126" y="4326545"/>
                </a:lnTo>
                <a:lnTo>
                  <a:pt x="2605429" y="4326433"/>
                </a:lnTo>
                <a:cubicBezTo>
                  <a:pt x="2596945" y="4326433"/>
                  <a:pt x="2590862" y="4328144"/>
                  <a:pt x="2587178" y="4331567"/>
                </a:cubicBezTo>
                <a:cubicBezTo>
                  <a:pt x="2583495" y="4334991"/>
                  <a:pt x="2581244" y="4341055"/>
                  <a:pt x="2580426" y="4349762"/>
                </a:cubicBezTo>
                <a:lnTo>
                  <a:pt x="2583328" y="4349762"/>
                </a:lnTo>
                <a:cubicBezTo>
                  <a:pt x="2583923" y="4342171"/>
                  <a:pt x="2585839" y="4336869"/>
                  <a:pt x="2589076" y="4333856"/>
                </a:cubicBezTo>
                <a:cubicBezTo>
                  <a:pt x="2592313" y="4330842"/>
                  <a:pt x="2597764" y="4329335"/>
                  <a:pt x="2605429" y="4329335"/>
                </a:cubicBezTo>
                <a:lnTo>
                  <a:pt x="2613354" y="4329447"/>
                </a:lnTo>
                <a:lnTo>
                  <a:pt x="2613354" y="4440510"/>
                </a:lnTo>
                <a:lnTo>
                  <a:pt x="2597727" y="4453569"/>
                </a:lnTo>
                <a:lnTo>
                  <a:pt x="2648738" y="4453569"/>
                </a:lnTo>
                <a:lnTo>
                  <a:pt x="2635566" y="4441403"/>
                </a:lnTo>
                <a:lnTo>
                  <a:pt x="2635566" y="4320405"/>
                </a:lnTo>
                <a:lnTo>
                  <a:pt x="2636906" y="4320405"/>
                </a:lnTo>
                <a:cubicBezTo>
                  <a:pt x="2640254" y="4320108"/>
                  <a:pt x="2643603" y="4319959"/>
                  <a:pt x="2646952" y="4319959"/>
                </a:cubicBezTo>
                <a:cubicBezTo>
                  <a:pt x="2655137" y="4319959"/>
                  <a:pt x="2661221" y="4321596"/>
                  <a:pt x="2665202" y="4324870"/>
                </a:cubicBezTo>
                <a:cubicBezTo>
                  <a:pt x="2669183" y="4328144"/>
                  <a:pt x="2672252" y="4334023"/>
                  <a:pt x="2674411" y="4342506"/>
                </a:cubicBezTo>
                <a:lnTo>
                  <a:pt x="2674745" y="4343957"/>
                </a:lnTo>
                <a:lnTo>
                  <a:pt x="2675862" y="4344739"/>
                </a:lnTo>
                <a:lnTo>
                  <a:pt x="2676085" y="4344181"/>
                </a:lnTo>
                <a:cubicBezTo>
                  <a:pt x="2678317" y="4337037"/>
                  <a:pt x="2680736" y="4331084"/>
                  <a:pt x="2683340" y="4326321"/>
                </a:cubicBezTo>
                <a:lnTo>
                  <a:pt x="2690930" y="4312927"/>
                </a:lnTo>
                <a:cubicBezTo>
                  <a:pt x="2691154" y="4312480"/>
                  <a:pt x="2691600" y="4311624"/>
                  <a:pt x="2692270" y="4310359"/>
                </a:cubicBezTo>
                <a:close/>
                <a:moveTo>
                  <a:pt x="9116956" y="4308908"/>
                </a:moveTo>
                <a:cubicBezTo>
                  <a:pt x="9098055" y="4308908"/>
                  <a:pt x="9083024" y="4315531"/>
                  <a:pt x="9071862" y="4328777"/>
                </a:cubicBezTo>
                <a:cubicBezTo>
                  <a:pt x="9060700" y="4342023"/>
                  <a:pt x="9055118" y="4359882"/>
                  <a:pt x="9055118" y="4382355"/>
                </a:cubicBezTo>
                <a:cubicBezTo>
                  <a:pt x="9055118" y="4408623"/>
                  <a:pt x="9063266" y="4428455"/>
                  <a:pt x="9079564" y="4441849"/>
                </a:cubicBezTo>
                <a:cubicBezTo>
                  <a:pt x="9090651" y="4450928"/>
                  <a:pt x="9103302" y="4455467"/>
                  <a:pt x="9117514" y="4455467"/>
                </a:cubicBezTo>
                <a:cubicBezTo>
                  <a:pt x="9135522" y="4455467"/>
                  <a:pt x="9149866" y="4449030"/>
                  <a:pt x="9160544" y="4436156"/>
                </a:cubicBezTo>
                <a:cubicBezTo>
                  <a:pt x="9171223" y="4423283"/>
                  <a:pt x="9176562" y="4406019"/>
                  <a:pt x="9176562" y="4384364"/>
                </a:cubicBezTo>
                <a:cubicBezTo>
                  <a:pt x="9176562" y="4361445"/>
                  <a:pt x="9171148" y="4343139"/>
                  <a:pt x="9160321" y="4329447"/>
                </a:cubicBezTo>
                <a:cubicBezTo>
                  <a:pt x="9149494" y="4315754"/>
                  <a:pt x="9135039" y="4308908"/>
                  <a:pt x="9116956" y="4308908"/>
                </a:cubicBezTo>
                <a:close/>
                <a:moveTo>
                  <a:pt x="3725807" y="4308908"/>
                </a:moveTo>
                <a:cubicBezTo>
                  <a:pt x="3706906" y="4308908"/>
                  <a:pt x="3691874" y="4315531"/>
                  <a:pt x="3680712" y="4328777"/>
                </a:cubicBezTo>
                <a:cubicBezTo>
                  <a:pt x="3669550" y="4342023"/>
                  <a:pt x="3663969" y="4359882"/>
                  <a:pt x="3663969" y="4382355"/>
                </a:cubicBezTo>
                <a:cubicBezTo>
                  <a:pt x="3663969" y="4408623"/>
                  <a:pt x="3672117" y="4428455"/>
                  <a:pt x="3688414" y="4441849"/>
                </a:cubicBezTo>
                <a:cubicBezTo>
                  <a:pt x="3699501" y="4450928"/>
                  <a:pt x="3712152" y="4455467"/>
                  <a:pt x="3726365" y="4455467"/>
                </a:cubicBezTo>
                <a:cubicBezTo>
                  <a:pt x="3744373" y="4455467"/>
                  <a:pt x="3758716" y="4449030"/>
                  <a:pt x="3769395" y="4436156"/>
                </a:cubicBezTo>
                <a:cubicBezTo>
                  <a:pt x="3780073" y="4423283"/>
                  <a:pt x="3785413" y="4406019"/>
                  <a:pt x="3785413" y="4384364"/>
                </a:cubicBezTo>
                <a:cubicBezTo>
                  <a:pt x="3785413" y="4361445"/>
                  <a:pt x="3779999" y="4343139"/>
                  <a:pt x="3769172" y="4329447"/>
                </a:cubicBezTo>
                <a:cubicBezTo>
                  <a:pt x="3758344" y="4315754"/>
                  <a:pt x="3743889" y="4308908"/>
                  <a:pt x="3725807" y="4308908"/>
                </a:cubicBezTo>
                <a:close/>
                <a:moveTo>
                  <a:pt x="3020957" y="4308908"/>
                </a:moveTo>
                <a:cubicBezTo>
                  <a:pt x="3002056" y="4308908"/>
                  <a:pt x="2987024" y="4315531"/>
                  <a:pt x="2975862" y="4328777"/>
                </a:cubicBezTo>
                <a:cubicBezTo>
                  <a:pt x="2964700" y="4342023"/>
                  <a:pt x="2959119" y="4359882"/>
                  <a:pt x="2959119" y="4382355"/>
                </a:cubicBezTo>
                <a:cubicBezTo>
                  <a:pt x="2959119" y="4408623"/>
                  <a:pt x="2967267" y="4428455"/>
                  <a:pt x="2983564" y="4441849"/>
                </a:cubicBezTo>
                <a:cubicBezTo>
                  <a:pt x="2994651" y="4450928"/>
                  <a:pt x="3007302" y="4455467"/>
                  <a:pt x="3021515" y="4455467"/>
                </a:cubicBezTo>
                <a:cubicBezTo>
                  <a:pt x="3039523" y="4455467"/>
                  <a:pt x="3053866" y="4449030"/>
                  <a:pt x="3064545" y="4436156"/>
                </a:cubicBezTo>
                <a:cubicBezTo>
                  <a:pt x="3075223" y="4423283"/>
                  <a:pt x="3080562" y="4406019"/>
                  <a:pt x="3080562" y="4384364"/>
                </a:cubicBezTo>
                <a:cubicBezTo>
                  <a:pt x="3080562" y="4361445"/>
                  <a:pt x="3075149" y="4343139"/>
                  <a:pt x="3064322" y="4329447"/>
                </a:cubicBezTo>
                <a:cubicBezTo>
                  <a:pt x="3053494" y="4315754"/>
                  <a:pt x="3039039" y="4308908"/>
                  <a:pt x="3020957" y="4308908"/>
                </a:cubicBezTo>
                <a:close/>
                <a:moveTo>
                  <a:pt x="5611310" y="4308462"/>
                </a:moveTo>
                <a:cubicBezTo>
                  <a:pt x="5590995" y="4308462"/>
                  <a:pt x="5572019" y="4313559"/>
                  <a:pt x="5554384" y="4323754"/>
                </a:cubicBezTo>
                <a:lnTo>
                  <a:pt x="5555276" y="4324089"/>
                </a:lnTo>
                <a:cubicBezTo>
                  <a:pt x="5558923" y="4325503"/>
                  <a:pt x="5562458" y="4327251"/>
                  <a:pt x="5565880" y="4329335"/>
                </a:cubicBezTo>
                <a:lnTo>
                  <a:pt x="5565880" y="4384253"/>
                </a:lnTo>
                <a:cubicBezTo>
                  <a:pt x="5564169" y="4384476"/>
                  <a:pt x="5562308" y="4384587"/>
                  <a:pt x="5560299" y="4384587"/>
                </a:cubicBezTo>
                <a:cubicBezTo>
                  <a:pt x="5558439" y="4384587"/>
                  <a:pt x="5555834" y="4384476"/>
                  <a:pt x="5552486" y="4384253"/>
                </a:cubicBezTo>
                <a:cubicBezTo>
                  <a:pt x="5552337" y="4384699"/>
                  <a:pt x="5552225" y="4385034"/>
                  <a:pt x="5552151" y="4385257"/>
                </a:cubicBezTo>
                <a:cubicBezTo>
                  <a:pt x="5551258" y="4388308"/>
                  <a:pt x="5550737" y="4389982"/>
                  <a:pt x="5550589" y="4390280"/>
                </a:cubicBezTo>
                <a:cubicBezTo>
                  <a:pt x="5549249" y="4394075"/>
                  <a:pt x="5548505" y="4396494"/>
                  <a:pt x="5548356" y="4397536"/>
                </a:cubicBezTo>
                <a:lnTo>
                  <a:pt x="5549584" y="4397089"/>
                </a:lnTo>
                <a:cubicBezTo>
                  <a:pt x="5556133" y="4395154"/>
                  <a:pt x="5561602" y="4394187"/>
                  <a:pt x="5565992" y="4394187"/>
                </a:cubicBezTo>
                <a:lnTo>
                  <a:pt x="5565992" y="4399991"/>
                </a:lnTo>
                <a:lnTo>
                  <a:pt x="5565099" y="4400214"/>
                </a:lnTo>
                <a:lnTo>
                  <a:pt x="5559183" y="4401665"/>
                </a:lnTo>
                <a:cubicBezTo>
                  <a:pt x="5557323" y="4402112"/>
                  <a:pt x="5554755" y="4402968"/>
                  <a:pt x="5551481" y="4404233"/>
                </a:cubicBezTo>
                <a:lnTo>
                  <a:pt x="5552486" y="4406465"/>
                </a:lnTo>
                <a:lnTo>
                  <a:pt x="5553379" y="4406130"/>
                </a:lnTo>
                <a:cubicBezTo>
                  <a:pt x="5556876" y="4404940"/>
                  <a:pt x="5560783" y="4403861"/>
                  <a:pt x="5565099" y="4402893"/>
                </a:cubicBezTo>
                <a:lnTo>
                  <a:pt x="5565992" y="4402782"/>
                </a:lnTo>
                <a:lnTo>
                  <a:pt x="5565992" y="4440286"/>
                </a:lnTo>
                <a:lnTo>
                  <a:pt x="5551481" y="4453569"/>
                </a:lnTo>
                <a:lnTo>
                  <a:pt x="5600818" y="4453569"/>
                </a:lnTo>
                <a:lnTo>
                  <a:pt x="5588093" y="4440286"/>
                </a:lnTo>
                <a:lnTo>
                  <a:pt x="5588093" y="4390503"/>
                </a:lnTo>
                <a:lnTo>
                  <a:pt x="5589321" y="4390280"/>
                </a:lnTo>
                <a:cubicBezTo>
                  <a:pt x="5602120" y="4388717"/>
                  <a:pt x="5610826" y="4387266"/>
                  <a:pt x="5615440" y="4385927"/>
                </a:cubicBezTo>
                <a:cubicBezTo>
                  <a:pt x="5615738" y="4386597"/>
                  <a:pt x="5615924" y="4387043"/>
                  <a:pt x="5615998" y="4387266"/>
                </a:cubicBezTo>
                <a:lnTo>
                  <a:pt x="5617114" y="4390503"/>
                </a:lnTo>
                <a:cubicBezTo>
                  <a:pt x="5617189" y="4390727"/>
                  <a:pt x="5617449" y="4391285"/>
                  <a:pt x="5617896" y="4392178"/>
                </a:cubicBezTo>
                <a:cubicBezTo>
                  <a:pt x="5612166" y="4394633"/>
                  <a:pt x="5605059" y="4396308"/>
                  <a:pt x="5596576" y="4397201"/>
                </a:cubicBezTo>
                <a:lnTo>
                  <a:pt x="5594232" y="4397536"/>
                </a:lnTo>
                <a:lnTo>
                  <a:pt x="5594232" y="4442519"/>
                </a:lnTo>
                <a:lnTo>
                  <a:pt x="5610417" y="4459708"/>
                </a:lnTo>
                <a:lnTo>
                  <a:pt x="5557285" y="4459708"/>
                </a:lnTo>
                <a:lnTo>
                  <a:pt x="5559071" y="4462722"/>
                </a:lnTo>
                <a:lnTo>
                  <a:pt x="5616780" y="4462722"/>
                </a:lnTo>
                <a:lnTo>
                  <a:pt x="5597134" y="4441737"/>
                </a:lnTo>
                <a:lnTo>
                  <a:pt x="5597134" y="4399991"/>
                </a:lnTo>
                <a:lnTo>
                  <a:pt x="5598027" y="4399880"/>
                </a:lnTo>
                <a:cubicBezTo>
                  <a:pt x="5606659" y="4398466"/>
                  <a:pt x="5613543" y="4396568"/>
                  <a:pt x="5618677" y="4394187"/>
                </a:cubicBezTo>
                <a:lnTo>
                  <a:pt x="5619124" y="4395303"/>
                </a:lnTo>
                <a:cubicBezTo>
                  <a:pt x="5627681" y="4415320"/>
                  <a:pt x="5634341" y="4439728"/>
                  <a:pt x="5639104" y="4468527"/>
                </a:cubicBezTo>
                <a:lnTo>
                  <a:pt x="5639662" y="4472098"/>
                </a:lnTo>
                <a:lnTo>
                  <a:pt x="5641336" y="4470982"/>
                </a:lnTo>
                <a:cubicBezTo>
                  <a:pt x="5651977" y="4464062"/>
                  <a:pt x="5662842" y="4458704"/>
                  <a:pt x="5673930" y="4454909"/>
                </a:cubicBezTo>
                <a:lnTo>
                  <a:pt x="5675604" y="4454351"/>
                </a:lnTo>
                <a:cubicBezTo>
                  <a:pt x="5666749" y="4447207"/>
                  <a:pt x="5657912" y="4436938"/>
                  <a:pt x="5649094" y="4423543"/>
                </a:cubicBezTo>
                <a:cubicBezTo>
                  <a:pt x="5640276" y="4410149"/>
                  <a:pt x="5633299" y="4396382"/>
                  <a:pt x="5628165" y="4382243"/>
                </a:cubicBezTo>
                <a:cubicBezTo>
                  <a:pt x="5639773" y="4379267"/>
                  <a:pt x="5648926" y="4374449"/>
                  <a:pt x="5655624" y="4367788"/>
                </a:cubicBezTo>
                <a:cubicBezTo>
                  <a:pt x="5662321" y="4361128"/>
                  <a:pt x="5665670" y="4353482"/>
                  <a:pt x="5665670" y="4344850"/>
                </a:cubicBezTo>
                <a:cubicBezTo>
                  <a:pt x="5665670" y="4334284"/>
                  <a:pt x="5660554" y="4325577"/>
                  <a:pt x="5650322" y="4318731"/>
                </a:cubicBezTo>
                <a:cubicBezTo>
                  <a:pt x="5640090" y="4311885"/>
                  <a:pt x="5627086" y="4308462"/>
                  <a:pt x="5611310" y="4308462"/>
                </a:cubicBezTo>
                <a:close/>
                <a:moveTo>
                  <a:pt x="4525461" y="4308462"/>
                </a:moveTo>
                <a:cubicBezTo>
                  <a:pt x="4505145" y="4308462"/>
                  <a:pt x="4486170" y="4313559"/>
                  <a:pt x="4468534" y="4323754"/>
                </a:cubicBezTo>
                <a:lnTo>
                  <a:pt x="4469427" y="4324089"/>
                </a:lnTo>
                <a:cubicBezTo>
                  <a:pt x="4473073" y="4325503"/>
                  <a:pt x="4476607" y="4327251"/>
                  <a:pt x="4480031" y="4329335"/>
                </a:cubicBezTo>
                <a:lnTo>
                  <a:pt x="4480031" y="4384253"/>
                </a:lnTo>
                <a:cubicBezTo>
                  <a:pt x="4478319" y="4384476"/>
                  <a:pt x="4476459" y="4384587"/>
                  <a:pt x="4474449" y="4384587"/>
                </a:cubicBezTo>
                <a:cubicBezTo>
                  <a:pt x="4472589" y="4384587"/>
                  <a:pt x="4469985" y="4384476"/>
                  <a:pt x="4466637" y="4384253"/>
                </a:cubicBezTo>
                <a:cubicBezTo>
                  <a:pt x="4466487" y="4384699"/>
                  <a:pt x="4466375" y="4385034"/>
                  <a:pt x="4466302" y="4385257"/>
                </a:cubicBezTo>
                <a:cubicBezTo>
                  <a:pt x="4465408" y="4388308"/>
                  <a:pt x="4464887" y="4389982"/>
                  <a:pt x="4464738" y="4390280"/>
                </a:cubicBezTo>
                <a:cubicBezTo>
                  <a:pt x="4463399" y="4394075"/>
                  <a:pt x="4462655" y="4396494"/>
                  <a:pt x="4462507" y="4397536"/>
                </a:cubicBezTo>
                <a:lnTo>
                  <a:pt x="4463734" y="4397089"/>
                </a:lnTo>
                <a:cubicBezTo>
                  <a:pt x="4470282" y="4395154"/>
                  <a:pt x="4475752" y="4394187"/>
                  <a:pt x="4480142" y="4394187"/>
                </a:cubicBezTo>
                <a:lnTo>
                  <a:pt x="4480142" y="4399991"/>
                </a:lnTo>
                <a:lnTo>
                  <a:pt x="4479249" y="4400214"/>
                </a:lnTo>
                <a:lnTo>
                  <a:pt x="4473333" y="4401665"/>
                </a:lnTo>
                <a:cubicBezTo>
                  <a:pt x="4471473" y="4402112"/>
                  <a:pt x="4468906" y="4402968"/>
                  <a:pt x="4465631" y="4404233"/>
                </a:cubicBezTo>
                <a:lnTo>
                  <a:pt x="4466637" y="4406465"/>
                </a:lnTo>
                <a:lnTo>
                  <a:pt x="4467529" y="4406130"/>
                </a:lnTo>
                <a:cubicBezTo>
                  <a:pt x="4471027" y="4404940"/>
                  <a:pt x="4474933" y="4403861"/>
                  <a:pt x="4479249" y="4402893"/>
                </a:cubicBezTo>
                <a:lnTo>
                  <a:pt x="4480142" y="4402782"/>
                </a:lnTo>
                <a:lnTo>
                  <a:pt x="4480142" y="4440286"/>
                </a:lnTo>
                <a:lnTo>
                  <a:pt x="4465631" y="4453569"/>
                </a:lnTo>
                <a:lnTo>
                  <a:pt x="4514968" y="4453569"/>
                </a:lnTo>
                <a:lnTo>
                  <a:pt x="4502243" y="4440286"/>
                </a:lnTo>
                <a:lnTo>
                  <a:pt x="4502243" y="4390503"/>
                </a:lnTo>
                <a:lnTo>
                  <a:pt x="4503471" y="4390280"/>
                </a:lnTo>
                <a:cubicBezTo>
                  <a:pt x="4516270" y="4388717"/>
                  <a:pt x="4524977" y="4387266"/>
                  <a:pt x="4529590" y="4385927"/>
                </a:cubicBezTo>
                <a:cubicBezTo>
                  <a:pt x="4529888" y="4386597"/>
                  <a:pt x="4530074" y="4387043"/>
                  <a:pt x="4530148" y="4387266"/>
                </a:cubicBezTo>
                <a:lnTo>
                  <a:pt x="4531265" y="4390503"/>
                </a:lnTo>
                <a:cubicBezTo>
                  <a:pt x="4531340" y="4390727"/>
                  <a:pt x="4531599" y="4391285"/>
                  <a:pt x="4532046" y="4392178"/>
                </a:cubicBezTo>
                <a:cubicBezTo>
                  <a:pt x="4526316" y="4394633"/>
                  <a:pt x="4519209" y="4396308"/>
                  <a:pt x="4510726" y="4397201"/>
                </a:cubicBezTo>
                <a:lnTo>
                  <a:pt x="4508383" y="4397536"/>
                </a:lnTo>
                <a:lnTo>
                  <a:pt x="4508383" y="4442519"/>
                </a:lnTo>
                <a:lnTo>
                  <a:pt x="4524567" y="4459708"/>
                </a:lnTo>
                <a:lnTo>
                  <a:pt x="4471436" y="4459708"/>
                </a:lnTo>
                <a:lnTo>
                  <a:pt x="4473222" y="4462722"/>
                </a:lnTo>
                <a:lnTo>
                  <a:pt x="4530930" y="4462722"/>
                </a:lnTo>
                <a:lnTo>
                  <a:pt x="4511284" y="4441737"/>
                </a:lnTo>
                <a:lnTo>
                  <a:pt x="4511284" y="4399991"/>
                </a:lnTo>
                <a:lnTo>
                  <a:pt x="4512177" y="4399880"/>
                </a:lnTo>
                <a:cubicBezTo>
                  <a:pt x="4520809" y="4398466"/>
                  <a:pt x="4527693" y="4396568"/>
                  <a:pt x="4532827" y="4394187"/>
                </a:cubicBezTo>
                <a:lnTo>
                  <a:pt x="4533274" y="4395303"/>
                </a:lnTo>
                <a:cubicBezTo>
                  <a:pt x="4541831" y="4415320"/>
                  <a:pt x="4548491" y="4439728"/>
                  <a:pt x="4553254" y="4468527"/>
                </a:cubicBezTo>
                <a:lnTo>
                  <a:pt x="4553812" y="4472098"/>
                </a:lnTo>
                <a:lnTo>
                  <a:pt x="4555486" y="4470982"/>
                </a:lnTo>
                <a:cubicBezTo>
                  <a:pt x="4566128" y="4464062"/>
                  <a:pt x="4576992" y="4458704"/>
                  <a:pt x="4588080" y="4454909"/>
                </a:cubicBezTo>
                <a:lnTo>
                  <a:pt x="4589754" y="4454351"/>
                </a:lnTo>
                <a:cubicBezTo>
                  <a:pt x="4580899" y="4447207"/>
                  <a:pt x="4572062" y="4436938"/>
                  <a:pt x="4563244" y="4423543"/>
                </a:cubicBezTo>
                <a:cubicBezTo>
                  <a:pt x="4554426" y="4410149"/>
                  <a:pt x="4547450" y="4396382"/>
                  <a:pt x="4542315" y="4382243"/>
                </a:cubicBezTo>
                <a:cubicBezTo>
                  <a:pt x="4553923" y="4379267"/>
                  <a:pt x="4563076" y="4374449"/>
                  <a:pt x="4569774" y="4367788"/>
                </a:cubicBezTo>
                <a:cubicBezTo>
                  <a:pt x="4576471" y="4361128"/>
                  <a:pt x="4579819" y="4353482"/>
                  <a:pt x="4579819" y="4344850"/>
                </a:cubicBezTo>
                <a:cubicBezTo>
                  <a:pt x="4579819" y="4334284"/>
                  <a:pt x="4574704" y="4325577"/>
                  <a:pt x="4564472" y="4318731"/>
                </a:cubicBezTo>
                <a:cubicBezTo>
                  <a:pt x="4554240" y="4311885"/>
                  <a:pt x="4541236" y="4308462"/>
                  <a:pt x="4525461" y="4308462"/>
                </a:cubicBezTo>
                <a:close/>
                <a:moveTo>
                  <a:pt x="6398350" y="4307904"/>
                </a:moveTo>
                <a:cubicBezTo>
                  <a:pt x="6384807" y="4307904"/>
                  <a:pt x="6373812" y="4311569"/>
                  <a:pt x="6365366" y="4318898"/>
                </a:cubicBezTo>
                <a:cubicBezTo>
                  <a:pt x="6356920" y="4326228"/>
                  <a:pt x="6352697" y="4335772"/>
                  <a:pt x="6352697" y="4347529"/>
                </a:cubicBezTo>
                <a:cubicBezTo>
                  <a:pt x="6352697" y="4358915"/>
                  <a:pt x="6355860" y="4367807"/>
                  <a:pt x="6362185" y="4374207"/>
                </a:cubicBezTo>
                <a:cubicBezTo>
                  <a:pt x="6368510" y="4380606"/>
                  <a:pt x="6378705" y="4385183"/>
                  <a:pt x="6392769" y="4387936"/>
                </a:cubicBezTo>
                <a:cubicBezTo>
                  <a:pt x="6411001" y="4391508"/>
                  <a:pt x="6423056" y="4395378"/>
                  <a:pt x="6428935" y="4399545"/>
                </a:cubicBezTo>
                <a:cubicBezTo>
                  <a:pt x="6437120" y="4405423"/>
                  <a:pt x="6441213" y="4412865"/>
                  <a:pt x="6441213" y="4421869"/>
                </a:cubicBezTo>
                <a:cubicBezTo>
                  <a:pt x="6441213" y="4429682"/>
                  <a:pt x="6438274" y="4435896"/>
                  <a:pt x="6432395" y="4440510"/>
                </a:cubicBezTo>
                <a:cubicBezTo>
                  <a:pt x="6426516" y="4445123"/>
                  <a:pt x="6418591" y="4447430"/>
                  <a:pt x="6408620" y="4447430"/>
                </a:cubicBezTo>
                <a:lnTo>
                  <a:pt x="6396676" y="4443652"/>
                </a:lnTo>
                <a:lnTo>
                  <a:pt x="6396676" y="4443412"/>
                </a:lnTo>
                <a:cubicBezTo>
                  <a:pt x="6384695" y="4437831"/>
                  <a:pt x="6377328" y="4428343"/>
                  <a:pt x="6374575" y="4414948"/>
                </a:cubicBezTo>
                <a:lnTo>
                  <a:pt x="6371561" y="4415507"/>
                </a:lnTo>
                <a:cubicBezTo>
                  <a:pt x="6373012" y="4423097"/>
                  <a:pt x="6375831" y="4429292"/>
                  <a:pt x="6380017" y="4434091"/>
                </a:cubicBezTo>
                <a:lnTo>
                  <a:pt x="6394475" y="4442956"/>
                </a:lnTo>
                <a:lnTo>
                  <a:pt x="6377924" y="4437719"/>
                </a:lnTo>
                <a:cubicBezTo>
                  <a:pt x="6370110" y="4431245"/>
                  <a:pt x="6365422" y="4422167"/>
                  <a:pt x="6363860" y="4410484"/>
                </a:cubicBezTo>
                <a:lnTo>
                  <a:pt x="6361850" y="4409925"/>
                </a:lnTo>
                <a:cubicBezTo>
                  <a:pt x="6358130" y="4422501"/>
                  <a:pt x="6351656" y="4435747"/>
                  <a:pt x="6342428" y="4449663"/>
                </a:cubicBezTo>
                <a:lnTo>
                  <a:pt x="6343321" y="4451225"/>
                </a:lnTo>
                <a:cubicBezTo>
                  <a:pt x="6348158" y="4448323"/>
                  <a:pt x="6352846" y="4446872"/>
                  <a:pt x="6357385" y="4446872"/>
                </a:cubicBezTo>
                <a:cubicBezTo>
                  <a:pt x="6360809" y="4446872"/>
                  <a:pt x="6365162" y="4447505"/>
                  <a:pt x="6370445" y="4448770"/>
                </a:cubicBezTo>
                <a:lnTo>
                  <a:pt x="6383505" y="4452007"/>
                </a:lnTo>
                <a:cubicBezTo>
                  <a:pt x="6393997" y="4454611"/>
                  <a:pt x="6403485" y="4455913"/>
                  <a:pt x="6411968" y="4455913"/>
                </a:cubicBezTo>
                <a:cubicBezTo>
                  <a:pt x="6425512" y="4455913"/>
                  <a:pt x="6436878" y="4451765"/>
                  <a:pt x="6446068" y="4443468"/>
                </a:cubicBezTo>
                <a:cubicBezTo>
                  <a:pt x="6455259" y="4435170"/>
                  <a:pt x="6459854" y="4424920"/>
                  <a:pt x="6459854" y="4412716"/>
                </a:cubicBezTo>
                <a:cubicBezTo>
                  <a:pt x="6459854" y="4390838"/>
                  <a:pt x="6446422" y="4376662"/>
                  <a:pt x="6419558" y="4370188"/>
                </a:cubicBezTo>
                <a:lnTo>
                  <a:pt x="6400694" y="4365612"/>
                </a:lnTo>
                <a:cubicBezTo>
                  <a:pt x="6381868" y="4361073"/>
                  <a:pt x="6372454" y="4352552"/>
                  <a:pt x="6372454" y="4340051"/>
                </a:cubicBezTo>
                <a:cubicBezTo>
                  <a:pt x="6372454" y="4333353"/>
                  <a:pt x="6375096" y="4327791"/>
                  <a:pt x="6380379" y="4323363"/>
                </a:cubicBezTo>
                <a:cubicBezTo>
                  <a:pt x="6385663" y="4318936"/>
                  <a:pt x="6392286" y="4316722"/>
                  <a:pt x="6400248" y="4316722"/>
                </a:cubicBezTo>
                <a:cubicBezTo>
                  <a:pt x="6408880" y="4316722"/>
                  <a:pt x="6416582" y="4319736"/>
                  <a:pt x="6423354" y="4325763"/>
                </a:cubicBezTo>
                <a:cubicBezTo>
                  <a:pt x="6426032" y="4328144"/>
                  <a:pt x="6428042" y="4330637"/>
                  <a:pt x="6429381" y="4333242"/>
                </a:cubicBezTo>
                <a:cubicBezTo>
                  <a:pt x="6430721" y="4335846"/>
                  <a:pt x="6432432" y="4340497"/>
                  <a:pt x="6434516" y="4347194"/>
                </a:cubicBezTo>
                <a:cubicBezTo>
                  <a:pt x="6434664" y="4347641"/>
                  <a:pt x="6434888" y="4348273"/>
                  <a:pt x="6435185" y="4349092"/>
                </a:cubicBezTo>
                <a:lnTo>
                  <a:pt x="6435743" y="4348422"/>
                </a:lnTo>
                <a:cubicBezTo>
                  <a:pt x="6437232" y="4345892"/>
                  <a:pt x="6440246" y="4339046"/>
                  <a:pt x="6444785" y="4327884"/>
                </a:cubicBezTo>
                <a:cubicBezTo>
                  <a:pt x="6447092" y="4322228"/>
                  <a:pt x="6450180" y="4316796"/>
                  <a:pt x="6454049" y="4311587"/>
                </a:cubicBezTo>
                <a:lnTo>
                  <a:pt x="6452822" y="4311029"/>
                </a:lnTo>
                <a:cubicBezTo>
                  <a:pt x="6448506" y="4313559"/>
                  <a:pt x="6444524" y="4314824"/>
                  <a:pt x="6440878" y="4314824"/>
                </a:cubicBezTo>
                <a:cubicBezTo>
                  <a:pt x="6438274" y="4314824"/>
                  <a:pt x="6434255" y="4314080"/>
                  <a:pt x="6428823" y="4312592"/>
                </a:cubicBezTo>
                <a:cubicBezTo>
                  <a:pt x="6417214" y="4309466"/>
                  <a:pt x="6407057" y="4307904"/>
                  <a:pt x="6398350" y="4307904"/>
                </a:cubicBezTo>
                <a:close/>
                <a:moveTo>
                  <a:pt x="7409123" y="3022611"/>
                </a:moveTo>
                <a:cubicBezTo>
                  <a:pt x="7490705" y="3022611"/>
                  <a:pt x="7555315" y="3049853"/>
                  <a:pt x="7602953" y="3104336"/>
                </a:cubicBezTo>
                <a:cubicBezTo>
                  <a:pt x="7650590" y="3158819"/>
                  <a:pt x="7674409" y="3245109"/>
                  <a:pt x="7674409" y="3363204"/>
                </a:cubicBezTo>
                <a:cubicBezTo>
                  <a:pt x="7674409" y="3503549"/>
                  <a:pt x="7651589" y="3600820"/>
                  <a:pt x="7605948" y="3655019"/>
                </a:cubicBezTo>
                <a:cubicBezTo>
                  <a:pt x="7560308" y="3709217"/>
                  <a:pt x="7495840" y="3736316"/>
                  <a:pt x="7412546" y="3736316"/>
                </a:cubicBezTo>
                <a:cubicBezTo>
                  <a:pt x="7331534" y="3736316"/>
                  <a:pt x="7267495" y="3708646"/>
                  <a:pt x="7220428" y="3653307"/>
                </a:cubicBezTo>
                <a:cubicBezTo>
                  <a:pt x="7173361" y="3597968"/>
                  <a:pt x="7149827" y="3506972"/>
                  <a:pt x="7149827" y="3380320"/>
                </a:cubicBezTo>
                <a:cubicBezTo>
                  <a:pt x="7149827" y="3252525"/>
                  <a:pt x="7173503" y="3160959"/>
                  <a:pt x="7220856" y="3105620"/>
                </a:cubicBezTo>
                <a:cubicBezTo>
                  <a:pt x="7268207" y="3050281"/>
                  <a:pt x="7330963" y="3022611"/>
                  <a:pt x="7409123" y="3022611"/>
                </a:cubicBezTo>
                <a:close/>
                <a:moveTo>
                  <a:pt x="10000965" y="2750478"/>
                </a:moveTo>
                <a:lnTo>
                  <a:pt x="10000965" y="4005025"/>
                </a:lnTo>
                <a:lnTo>
                  <a:pt x="11058686" y="4005025"/>
                </a:lnTo>
                <a:lnTo>
                  <a:pt x="11058686" y="3720912"/>
                </a:lnTo>
                <a:lnTo>
                  <a:pt x="10389481" y="3720912"/>
                </a:lnTo>
                <a:lnTo>
                  <a:pt x="10389481" y="3473597"/>
                </a:lnTo>
                <a:lnTo>
                  <a:pt x="10992792" y="3473597"/>
                </a:lnTo>
                <a:lnTo>
                  <a:pt x="10992792" y="3217725"/>
                </a:lnTo>
                <a:lnTo>
                  <a:pt x="10389481" y="3217725"/>
                </a:lnTo>
                <a:lnTo>
                  <a:pt x="10389481" y="3018332"/>
                </a:lnTo>
                <a:lnTo>
                  <a:pt x="11039859" y="3018332"/>
                </a:lnTo>
                <a:lnTo>
                  <a:pt x="11039859" y="2750478"/>
                </a:lnTo>
                <a:close/>
                <a:moveTo>
                  <a:pt x="8302093" y="2750478"/>
                </a:moveTo>
                <a:lnTo>
                  <a:pt x="8302093" y="4005025"/>
                </a:lnTo>
                <a:lnTo>
                  <a:pt x="8619580" y="4005025"/>
                </a:lnTo>
                <a:lnTo>
                  <a:pt x="8619580" y="3048284"/>
                </a:lnTo>
                <a:lnTo>
                  <a:pt x="8863766" y="4005025"/>
                </a:lnTo>
                <a:lnTo>
                  <a:pt x="9151128" y="4005025"/>
                </a:lnTo>
                <a:lnTo>
                  <a:pt x="9395756" y="3048284"/>
                </a:lnTo>
                <a:lnTo>
                  <a:pt x="9395756" y="4005025"/>
                </a:lnTo>
                <a:lnTo>
                  <a:pt x="9713243" y="4005025"/>
                </a:lnTo>
                <a:lnTo>
                  <a:pt x="9713243" y="2750478"/>
                </a:lnTo>
                <a:lnTo>
                  <a:pt x="9203731" y="2750478"/>
                </a:lnTo>
                <a:lnTo>
                  <a:pt x="9008524" y="3513818"/>
                </a:lnTo>
                <a:lnTo>
                  <a:pt x="8811912" y="2750478"/>
                </a:lnTo>
                <a:close/>
                <a:moveTo>
                  <a:pt x="4229671" y="2750478"/>
                </a:moveTo>
                <a:lnTo>
                  <a:pt x="4229671" y="4005025"/>
                </a:lnTo>
                <a:lnTo>
                  <a:pt x="5222354" y="4005025"/>
                </a:lnTo>
                <a:lnTo>
                  <a:pt x="5222354" y="3696095"/>
                </a:lnTo>
                <a:lnTo>
                  <a:pt x="4617331" y="3696095"/>
                </a:lnTo>
                <a:lnTo>
                  <a:pt x="4617331" y="2750478"/>
                </a:lnTo>
                <a:close/>
                <a:moveTo>
                  <a:pt x="2923890" y="2750478"/>
                </a:moveTo>
                <a:lnTo>
                  <a:pt x="2923890" y="4005025"/>
                </a:lnTo>
                <a:lnTo>
                  <a:pt x="3981612" y="4005025"/>
                </a:lnTo>
                <a:lnTo>
                  <a:pt x="3981612" y="3720912"/>
                </a:lnTo>
                <a:lnTo>
                  <a:pt x="3312406" y="3720912"/>
                </a:lnTo>
                <a:lnTo>
                  <a:pt x="3312406" y="3473597"/>
                </a:lnTo>
                <a:lnTo>
                  <a:pt x="3915718" y="3473597"/>
                </a:lnTo>
                <a:lnTo>
                  <a:pt x="3915718" y="3217725"/>
                </a:lnTo>
                <a:lnTo>
                  <a:pt x="3312406" y="3217725"/>
                </a:lnTo>
                <a:lnTo>
                  <a:pt x="3312406" y="3018332"/>
                </a:lnTo>
                <a:lnTo>
                  <a:pt x="3962785" y="3018332"/>
                </a:lnTo>
                <a:lnTo>
                  <a:pt x="3962785" y="2750478"/>
                </a:lnTo>
                <a:close/>
                <a:moveTo>
                  <a:pt x="1004826" y="2750478"/>
                </a:moveTo>
                <a:lnTo>
                  <a:pt x="1283938" y="4005025"/>
                </a:lnTo>
                <a:lnTo>
                  <a:pt x="1664083" y="4005025"/>
                </a:lnTo>
                <a:lnTo>
                  <a:pt x="1883265" y="3215157"/>
                </a:lnTo>
                <a:lnTo>
                  <a:pt x="2103303" y="4005025"/>
                </a:lnTo>
                <a:lnTo>
                  <a:pt x="2483449" y="4005025"/>
                </a:lnTo>
                <a:lnTo>
                  <a:pt x="2759993" y="2750478"/>
                </a:lnTo>
                <a:lnTo>
                  <a:pt x="2393687" y="2750478"/>
                </a:lnTo>
                <a:lnTo>
                  <a:pt x="2260977" y="3451842"/>
                </a:lnTo>
                <a:lnTo>
                  <a:pt x="2066492" y="2750478"/>
                </a:lnTo>
                <a:lnTo>
                  <a:pt x="1699611" y="2750478"/>
                </a:lnTo>
                <a:lnTo>
                  <a:pt x="1505593" y="3452832"/>
                </a:lnTo>
                <a:lnTo>
                  <a:pt x="1373017" y="2750478"/>
                </a:lnTo>
                <a:close/>
                <a:moveTo>
                  <a:pt x="7409979" y="2729085"/>
                </a:moveTo>
                <a:cubicBezTo>
                  <a:pt x="7206308" y="2729085"/>
                  <a:pt x="7047421" y="2786135"/>
                  <a:pt x="6933320" y="2900237"/>
                </a:cubicBezTo>
                <a:cubicBezTo>
                  <a:pt x="6819218" y="3014339"/>
                  <a:pt x="6762167" y="3173795"/>
                  <a:pt x="6762167" y="3378608"/>
                </a:cubicBezTo>
                <a:cubicBezTo>
                  <a:pt x="6762167" y="3525228"/>
                  <a:pt x="6790978" y="3647317"/>
                  <a:pt x="6848599" y="3744874"/>
                </a:cubicBezTo>
                <a:cubicBezTo>
                  <a:pt x="6906220" y="3842430"/>
                  <a:pt x="6981385" y="3913744"/>
                  <a:pt x="7074093" y="3958814"/>
                </a:cubicBezTo>
                <a:cubicBezTo>
                  <a:pt x="7166800" y="4003884"/>
                  <a:pt x="7283897" y="4026419"/>
                  <a:pt x="7425383" y="4026419"/>
                </a:cubicBezTo>
                <a:cubicBezTo>
                  <a:pt x="7564586" y="4026419"/>
                  <a:pt x="7680828" y="4000319"/>
                  <a:pt x="7774106" y="3948117"/>
                </a:cubicBezTo>
                <a:cubicBezTo>
                  <a:pt x="7867384" y="3895916"/>
                  <a:pt x="7938697" y="3822891"/>
                  <a:pt x="7988046" y="3729042"/>
                </a:cubicBezTo>
                <a:cubicBezTo>
                  <a:pt x="8037395" y="3635194"/>
                  <a:pt x="8062069" y="3514959"/>
                  <a:pt x="8062069" y="3368338"/>
                </a:cubicBezTo>
                <a:cubicBezTo>
                  <a:pt x="8062069" y="3166379"/>
                  <a:pt x="8005589" y="3009346"/>
                  <a:pt x="7892629" y="2897242"/>
                </a:cubicBezTo>
                <a:cubicBezTo>
                  <a:pt x="7779668" y="2785137"/>
                  <a:pt x="7618785" y="2729085"/>
                  <a:pt x="7409979" y="2729085"/>
                </a:cubicBezTo>
                <a:close/>
                <a:moveTo>
                  <a:pt x="5999535" y="2729085"/>
                </a:moveTo>
                <a:cubicBezTo>
                  <a:pt x="5797576" y="2729085"/>
                  <a:pt x="5641399" y="2784816"/>
                  <a:pt x="5531006" y="2896279"/>
                </a:cubicBezTo>
                <a:cubicBezTo>
                  <a:pt x="5420613" y="3007742"/>
                  <a:pt x="5365416" y="3167234"/>
                  <a:pt x="5365416" y="3374757"/>
                </a:cubicBezTo>
                <a:cubicBezTo>
                  <a:pt x="5365416" y="3530407"/>
                  <a:pt x="5396793" y="3658119"/>
                  <a:pt x="5459549" y="3757891"/>
                </a:cubicBezTo>
                <a:cubicBezTo>
                  <a:pt x="5522305" y="3857663"/>
                  <a:pt x="5596899" y="3927360"/>
                  <a:pt x="5683331" y="3966984"/>
                </a:cubicBezTo>
                <a:cubicBezTo>
                  <a:pt x="5769763" y="4006607"/>
                  <a:pt x="5881154" y="4026419"/>
                  <a:pt x="6017506" y="4026419"/>
                </a:cubicBezTo>
                <a:cubicBezTo>
                  <a:pt x="6129896" y="4026419"/>
                  <a:pt x="6222461" y="4010160"/>
                  <a:pt x="6295201" y="3977641"/>
                </a:cubicBezTo>
                <a:cubicBezTo>
                  <a:pt x="6367940" y="3945122"/>
                  <a:pt x="6428842" y="3896914"/>
                  <a:pt x="6477906" y="3833017"/>
                </a:cubicBezTo>
                <a:cubicBezTo>
                  <a:pt x="6526969" y="3769120"/>
                  <a:pt x="6562911" y="3689534"/>
                  <a:pt x="6585732" y="3594260"/>
                </a:cubicBezTo>
                <a:lnTo>
                  <a:pt x="6245994" y="3491568"/>
                </a:lnTo>
                <a:cubicBezTo>
                  <a:pt x="6228879" y="3570869"/>
                  <a:pt x="6201352" y="3631343"/>
                  <a:pt x="6163413" y="3672990"/>
                </a:cubicBezTo>
                <a:cubicBezTo>
                  <a:pt x="6125474" y="3714637"/>
                  <a:pt x="6069422" y="3735460"/>
                  <a:pt x="5995256" y="3735460"/>
                </a:cubicBezTo>
                <a:cubicBezTo>
                  <a:pt x="5918808" y="3735460"/>
                  <a:pt x="5859475" y="3709676"/>
                  <a:pt x="5817258" y="3658107"/>
                </a:cubicBezTo>
                <a:cubicBezTo>
                  <a:pt x="5775040" y="3606539"/>
                  <a:pt x="5753932" y="3511233"/>
                  <a:pt x="5753932" y="3372190"/>
                </a:cubicBezTo>
                <a:cubicBezTo>
                  <a:pt x="5753932" y="3259942"/>
                  <a:pt x="5771617" y="3177606"/>
                  <a:pt x="5806988" y="3125182"/>
                </a:cubicBezTo>
                <a:cubicBezTo>
                  <a:pt x="5853770" y="3054519"/>
                  <a:pt x="5921090" y="3019188"/>
                  <a:pt x="6008949" y="3019188"/>
                </a:cubicBezTo>
                <a:cubicBezTo>
                  <a:pt x="6047742" y="3019188"/>
                  <a:pt x="6082829" y="3027175"/>
                  <a:pt x="6114207" y="3043149"/>
                </a:cubicBezTo>
                <a:cubicBezTo>
                  <a:pt x="6145585" y="3059124"/>
                  <a:pt x="6172113" y="3081944"/>
                  <a:pt x="6193793" y="3111610"/>
                </a:cubicBezTo>
                <a:cubicBezTo>
                  <a:pt x="6206914" y="3129296"/>
                  <a:pt x="6219466" y="3157251"/>
                  <a:pt x="6231446" y="3195475"/>
                </a:cubicBezTo>
                <a:lnTo>
                  <a:pt x="6573751" y="3119312"/>
                </a:lnTo>
                <a:cubicBezTo>
                  <a:pt x="6529822" y="2986954"/>
                  <a:pt x="6462644" y="2888827"/>
                  <a:pt x="6372219" y="2824930"/>
                </a:cubicBezTo>
                <a:cubicBezTo>
                  <a:pt x="6281793" y="2761033"/>
                  <a:pt x="6157565" y="2729085"/>
                  <a:pt x="5999535" y="272908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3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</Words>
  <Application>Microsoft Office PowerPoint</Application>
  <PresentationFormat>Widescreen</PresentationFormat>
  <Paragraphs>7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 BHASKAR</dc:creator>
  <cp:lastModifiedBy>ATHARV BHASKAR</cp:lastModifiedBy>
  <cp:revision>1</cp:revision>
  <dcterms:created xsi:type="dcterms:W3CDTF">2026-08-01T07:54:57Z</dcterms:created>
  <dcterms:modified xsi:type="dcterms:W3CDTF">2026-08-11T08:20:56Z</dcterms:modified>
</cp:coreProperties>
</file>